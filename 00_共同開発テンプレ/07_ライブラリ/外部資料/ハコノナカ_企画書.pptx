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65" r:id="rId3"/>
    <p:sldId id="261" r:id="rId4"/>
    <p:sldId id="262" r:id="rId5"/>
    <p:sldId id="268" r:id="rId6"/>
    <p:sldId id="267" r:id="rId7"/>
    <p:sldId id="263" r:id="rId8"/>
    <p:sldId id="266" r:id="rId9"/>
    <p:sldId id="264" r:id="rId10"/>
    <p:sldId id="260" r:id="rId11"/>
    <p:sldId id="259" r:id="rId12"/>
    <p:sldId id="257" r:id="rId13"/>
    <p:sldId id="258" r:id="rId14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8585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4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28A156-0F86-4F6D-A5E4-49DE74E74D8C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F6BC91-2A11-496F-A0DE-2C206656FFD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6807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7C05D-E6A2-0B65-B07F-D987AABDC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64B1EED-77AF-52BC-DE9A-CC049FE4D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5334D118-5C16-E49C-35B9-74377C740C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65E2841-EDD3-C444-DE85-58696BF96E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F6BC91-2A11-496F-A0DE-2C206656FFD5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7235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F6BC91-2A11-496F-A0DE-2C206656FFD5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14237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F6BC91-2A11-496F-A0DE-2C206656FFD5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0032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8992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802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4455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738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2566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7187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359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076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380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1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9215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AAD1D-DEDA-4A6B-9C96-ABACE7990C54}" type="datetimeFigureOut">
              <a:rPr kumimoji="1" lang="ja-JP" altLang="en-US" smtClean="0"/>
              <a:t>2026/10/30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5B6EE6-A712-4703-83AF-2AC57BB24C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9494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microsoft.com/office/2007/relationships/hdphoto" Target="../media/hdphoto1.wdp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1.png"/><Relationship Id="rId18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7.png"/><Relationship Id="rId12" Type="http://schemas.openxmlformats.org/officeDocument/2006/relationships/image" Target="../media/image30.pn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png"/><Relationship Id="rId20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5" Type="http://schemas.openxmlformats.org/officeDocument/2006/relationships/image" Target="../media/image32.png"/><Relationship Id="rId10" Type="http://schemas.openxmlformats.org/officeDocument/2006/relationships/image" Target="../media/image29.png"/><Relationship Id="rId19" Type="http://schemas.microsoft.com/office/2007/relationships/hdphoto" Target="../media/hdphoto2.wdp"/><Relationship Id="rId4" Type="http://schemas.openxmlformats.org/officeDocument/2006/relationships/image" Target="../media/image16.png"/><Relationship Id="rId9" Type="http://schemas.openxmlformats.org/officeDocument/2006/relationships/image" Target="../media/image28.png"/><Relationship Id="rId1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29.png"/><Relationship Id="rId18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31.pn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27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134B7D2-186A-6AC0-1E49-58C99B376346}"/>
              </a:ext>
            </a:extLst>
          </p:cNvPr>
          <p:cNvSpPr txBox="1"/>
          <p:nvPr/>
        </p:nvSpPr>
        <p:spPr>
          <a:xfrm>
            <a:off x="410731" y="2321005"/>
            <a:ext cx="9084539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3800">
                <a:solidFill>
                  <a:schemeClr val="accent3"/>
                </a:solidFill>
                <a:latin typeface="クラフト明朝" panose="02000700000000000000" pitchFamily="50" charset="-128"/>
                <a:ea typeface="クラフト明朝" panose="02000700000000000000" pitchFamily="50" charset="-128"/>
              </a:rPr>
              <a:t>ハコ</a:t>
            </a:r>
            <a:r>
              <a:rPr kumimoji="1" lang="ja-JP" altLang="en-US" sz="138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ノ</a:t>
            </a:r>
            <a:r>
              <a:rPr kumimoji="1" lang="ja-JP" altLang="en-US" sz="13800">
                <a:solidFill>
                  <a:schemeClr val="accent1"/>
                </a:solidFill>
                <a:latin typeface="装甲明朝" panose="02000600000000000000" pitchFamily="2" charset="-128"/>
                <a:ea typeface="装甲明朝" panose="02000600000000000000" pitchFamily="2" charset="-128"/>
              </a:rPr>
              <a:t>ナカ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55DAF1-6335-5A39-18C3-CF1001E8FD99}"/>
              </a:ext>
            </a:extLst>
          </p:cNvPr>
          <p:cNvSpPr txBox="1"/>
          <p:nvPr/>
        </p:nvSpPr>
        <p:spPr>
          <a:xfrm>
            <a:off x="45523" y="82028"/>
            <a:ext cx="369203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ゲーム企画書　制作者：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Player013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E8551A9-137F-3A0B-9DFD-B9AE44DBF9A8}"/>
              </a:ext>
            </a:extLst>
          </p:cNvPr>
          <p:cNvSpPr txBox="1"/>
          <p:nvPr/>
        </p:nvSpPr>
        <p:spPr>
          <a:xfrm>
            <a:off x="7965977" y="6468196"/>
            <a:ext cx="18646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制作日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2026/10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042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626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8F272C-3257-0F9A-8B40-71EDC5E01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990FC9-608A-8FD6-444A-03F1198F619D}"/>
              </a:ext>
            </a:extLst>
          </p:cNvPr>
          <p:cNvSpPr txBox="1"/>
          <p:nvPr/>
        </p:nvSpPr>
        <p:spPr>
          <a:xfrm>
            <a:off x="213563" y="5786970"/>
            <a:ext cx="947887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貼って戦い、ハコノナカを制せよ。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686EB8F-D5BB-601C-1046-60EE6DA2CA8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266694"/>
            <a:ext cx="9906000" cy="5572125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A7BFE26-7421-AB3D-F8D9-B36C79ED7117}"/>
              </a:ext>
            </a:extLst>
          </p:cNvPr>
          <p:cNvSpPr txBox="1"/>
          <p:nvPr/>
        </p:nvSpPr>
        <p:spPr>
          <a:xfrm>
            <a:off x="45523" y="82028"/>
            <a:ext cx="17668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ゲーム体験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1/6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AF19FB5-8A97-CD21-B815-8E0F3EEE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09427">
            <a:off x="8885766" y="3359329"/>
            <a:ext cx="781768" cy="78176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9B98D765-7E4C-BF49-D25A-4A392019C60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alphaModFix amt="5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09427">
            <a:off x="536686" y="2584265"/>
            <a:ext cx="781768" cy="781768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8E428FA-E5B2-9E55-36C9-45940321C2B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09427">
            <a:off x="2378550" y="2486348"/>
            <a:ext cx="781768" cy="781768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E5F2FB5D-1CED-7A27-CFAF-E175A03009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7665" y="2368741"/>
            <a:ext cx="577261" cy="68401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A4CDC5CE-6445-294F-5DAD-7B1228DD339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109427">
            <a:off x="1430178" y="2558136"/>
            <a:ext cx="781768" cy="781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816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A17896-523C-8A07-9FA5-E7B30B283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176DCB7-F572-83C7-1A29-55BC3BBD4E9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953001" y="0"/>
            <a:ext cx="4953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3" name="図 72">
            <a:extLst>
              <a:ext uri="{FF2B5EF4-FFF2-40B4-BE49-F238E27FC236}">
                <a16:creationId xmlns:a16="http://schemas.microsoft.com/office/drawing/2014/main" id="{94F0DF16-2D33-6E92-7A24-82ABE9F947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9113" y="1549278"/>
            <a:ext cx="5267775" cy="296312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F5DE7DCC-E5A2-4CDD-F50C-A44B63D9ECBE}"/>
              </a:ext>
            </a:extLst>
          </p:cNvPr>
          <p:cNvSpPr/>
          <p:nvPr/>
        </p:nvSpPr>
        <p:spPr>
          <a:xfrm>
            <a:off x="0" y="5846233"/>
            <a:ext cx="9944101" cy="1011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F8E0E1-8E1E-D141-4BC5-F3716F81B686}"/>
              </a:ext>
            </a:extLst>
          </p:cNvPr>
          <p:cNvSpPr txBox="1"/>
          <p:nvPr/>
        </p:nvSpPr>
        <p:spPr>
          <a:xfrm>
            <a:off x="3086141" y="5977008"/>
            <a:ext cx="37337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陣営を選べ！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9E889919-FE89-1EEA-68FB-5307691F7F49}"/>
              </a:ext>
            </a:extLst>
          </p:cNvPr>
          <p:cNvGrpSpPr/>
          <p:nvPr/>
        </p:nvGrpSpPr>
        <p:grpSpPr>
          <a:xfrm>
            <a:off x="305620" y="3914349"/>
            <a:ext cx="4125603" cy="1859919"/>
            <a:chOff x="305620" y="3914349"/>
            <a:chExt cx="4125603" cy="1859919"/>
          </a:xfrm>
        </p:grpSpPr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6B903F6-2C71-7758-895E-4D962042347E}"/>
                </a:ext>
              </a:extLst>
            </p:cNvPr>
            <p:cNvSpPr txBox="1"/>
            <p:nvPr/>
          </p:nvSpPr>
          <p:spPr>
            <a:xfrm>
              <a:off x="445438" y="4664565"/>
              <a:ext cx="36471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3000">
                  <a:latin typeface="+mj-ea"/>
                  <a:ea typeface="+mj-ea"/>
                </a:rPr>
                <a:t>ハコを完全に封じ</a:t>
              </a:r>
              <a:br>
                <a:rPr kumimoji="1" lang="en-US" altLang="ja-JP" sz="3000">
                  <a:latin typeface="+mj-ea"/>
                  <a:ea typeface="+mj-ea"/>
                </a:rPr>
              </a:br>
              <a:r>
                <a:rPr kumimoji="1" lang="ja-JP" altLang="en-US" sz="3000">
                  <a:latin typeface="+mj-ea"/>
                  <a:ea typeface="+mj-ea"/>
                </a:rPr>
                <a:t>モノノケを滅却する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1D280F8E-712C-1D46-773A-0DDC2B6A691F}"/>
                </a:ext>
              </a:extLst>
            </p:cNvPr>
            <p:cNvSpPr txBox="1"/>
            <p:nvPr/>
          </p:nvSpPr>
          <p:spPr>
            <a:xfrm>
              <a:off x="445438" y="3914349"/>
              <a:ext cx="121058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000">
                  <a:latin typeface="+mj-ea"/>
                  <a:ea typeface="+mj-ea"/>
                </a:rPr>
                <a:t>目的</a:t>
              </a:r>
              <a:endParaRPr kumimoji="1" lang="ja-JP" altLang="en-US" sz="5400">
                <a:latin typeface="+mj-ea"/>
                <a:ea typeface="+mj-ea"/>
              </a:endParaRPr>
            </a:p>
          </p:txBody>
        </p: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9760CACE-EE33-DC75-E421-753B792992B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20" y="4669368"/>
              <a:ext cx="1620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コネクタ 31">
              <a:extLst>
                <a:ext uri="{FF2B5EF4-FFF2-40B4-BE49-F238E27FC236}">
                  <a16:creationId xmlns:a16="http://schemas.microsoft.com/office/drawing/2014/main" id="{0F6655F1-BEB3-A491-3202-27B9966B43AC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359011" y="4821768"/>
              <a:ext cx="1620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5" name="グループ化 34">
              <a:extLst>
                <a:ext uri="{FF2B5EF4-FFF2-40B4-BE49-F238E27FC236}">
                  <a16:creationId xmlns:a16="http://schemas.microsoft.com/office/drawing/2014/main" id="{12995F75-E174-EE9B-9C18-59BC0A249678}"/>
                </a:ext>
              </a:extLst>
            </p:cNvPr>
            <p:cNvGrpSpPr/>
            <p:nvPr/>
          </p:nvGrpSpPr>
          <p:grpSpPr>
            <a:xfrm rot="5400000" flipH="1">
              <a:off x="3325884" y="4668929"/>
              <a:ext cx="1056856" cy="1153822"/>
              <a:chOff x="523224" y="4630621"/>
              <a:chExt cx="1056856" cy="1153822"/>
            </a:xfrm>
          </p:grpSpPr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F7F0D957-FE50-03FE-F67B-CD15861A6094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1051652" y="4293339"/>
                <a:ext cx="0" cy="105685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13DEE22C-A174-CDE8-5733-E8F62A55926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26752" y="5207532"/>
                <a:ext cx="115382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5A41F544-AFEA-078F-D6B3-D8BBF6108123}"/>
              </a:ext>
            </a:extLst>
          </p:cNvPr>
          <p:cNvGrpSpPr/>
          <p:nvPr/>
        </p:nvGrpSpPr>
        <p:grpSpPr>
          <a:xfrm>
            <a:off x="305620" y="607659"/>
            <a:ext cx="4125602" cy="2723973"/>
            <a:chOff x="305620" y="607659"/>
            <a:chExt cx="4125602" cy="2723973"/>
          </a:xfrm>
        </p:grpSpPr>
        <p:sp>
          <p:nvSpPr>
            <p:cNvPr id="50" name="四角形: 角を丸くする 49">
              <a:extLst>
                <a:ext uri="{FF2B5EF4-FFF2-40B4-BE49-F238E27FC236}">
                  <a16:creationId xmlns:a16="http://schemas.microsoft.com/office/drawing/2014/main" id="{5DCF1B56-86C6-D1FE-7BF1-29C682CC8E28}"/>
                </a:ext>
              </a:extLst>
            </p:cNvPr>
            <p:cNvSpPr/>
            <p:nvPr/>
          </p:nvSpPr>
          <p:spPr>
            <a:xfrm>
              <a:off x="1058333" y="666230"/>
              <a:ext cx="3372889" cy="662435"/>
            </a:xfrm>
            <a:prstGeom prst="roundRect">
              <a:avLst/>
            </a:prstGeom>
            <a:solidFill>
              <a:schemeClr val="tx1">
                <a:lumMod val="25000"/>
                <a:alpha val="50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5A596075-43A2-9B12-1BDD-5CF5E22E482B}"/>
                </a:ext>
              </a:extLst>
            </p:cNvPr>
            <p:cNvGrpSpPr/>
            <p:nvPr/>
          </p:nvGrpSpPr>
          <p:grpSpPr>
            <a:xfrm>
              <a:off x="305620" y="666231"/>
              <a:ext cx="1692519" cy="1692519"/>
              <a:chOff x="4483246" y="3219025"/>
              <a:chExt cx="1665251" cy="1665251"/>
            </a:xfrm>
            <a:effectLst>
              <a:glow rad="88900">
                <a:schemeClr val="tx1">
                  <a:alpha val="70000"/>
                </a:schemeClr>
              </a:glow>
            </a:effectLst>
            <a:scene3d>
              <a:camera prst="perspectiveLeft" fov="1200000">
                <a:rot lat="0" lon="600002" rev="0"/>
              </a:camera>
              <a:lightRig rig="threePt" dir="t"/>
            </a:scene3d>
          </p:grpSpPr>
          <p:sp>
            <p:nvSpPr>
              <p:cNvPr id="15" name="楕円 14">
                <a:extLst>
                  <a:ext uri="{FF2B5EF4-FFF2-40B4-BE49-F238E27FC236}">
                    <a16:creationId xmlns:a16="http://schemas.microsoft.com/office/drawing/2014/main" id="{97FD4281-A011-6291-1D2C-8819F606FF9D}"/>
                  </a:ext>
                </a:extLst>
              </p:cNvPr>
              <p:cNvSpPr/>
              <p:nvPr/>
            </p:nvSpPr>
            <p:spPr>
              <a:xfrm>
                <a:off x="4483246" y="3219025"/>
                <a:ext cx="1665251" cy="1665251"/>
              </a:xfrm>
              <a:prstGeom prst="ellipse">
                <a:avLst/>
              </a:prstGeom>
              <a:solidFill>
                <a:schemeClr val="accent3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6EB57D03-CD53-B7C3-45ED-B19DE9C3429C}"/>
                  </a:ext>
                </a:extLst>
              </p:cNvPr>
              <p:cNvGrpSpPr/>
              <p:nvPr/>
            </p:nvGrpSpPr>
            <p:grpSpPr>
              <a:xfrm>
                <a:off x="4788714" y="3667651"/>
                <a:ext cx="1054315" cy="767998"/>
                <a:chOff x="6786897" y="4358057"/>
                <a:chExt cx="1322470" cy="963332"/>
              </a:xfrm>
            </p:grpSpPr>
            <p:sp>
              <p:nvSpPr>
                <p:cNvPr id="17" name="月 16">
                  <a:extLst>
                    <a:ext uri="{FF2B5EF4-FFF2-40B4-BE49-F238E27FC236}">
                      <a16:creationId xmlns:a16="http://schemas.microsoft.com/office/drawing/2014/main" id="{6A092C48-0A06-ED5C-B1EA-EAF7E78263C7}"/>
                    </a:ext>
                  </a:extLst>
                </p:cNvPr>
                <p:cNvSpPr/>
                <p:nvPr/>
              </p:nvSpPr>
              <p:spPr>
                <a:xfrm rot="16200000">
                  <a:off x="7211850" y="4423873"/>
                  <a:ext cx="472563" cy="1322470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8" name="二等辺三角形 17">
                  <a:extLst>
                    <a:ext uri="{FF2B5EF4-FFF2-40B4-BE49-F238E27FC236}">
                      <a16:creationId xmlns:a16="http://schemas.microsoft.com/office/drawing/2014/main" id="{490EBB0F-091A-1B75-EF7F-22AA17610AD4}"/>
                    </a:ext>
                  </a:extLst>
                </p:cNvPr>
                <p:cNvSpPr/>
                <p:nvPr/>
              </p:nvSpPr>
              <p:spPr>
                <a:xfrm>
                  <a:off x="7047674" y="4358057"/>
                  <a:ext cx="800911" cy="878569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</p:grp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D672AA4E-0E5C-E7BC-3EA3-698547EE4A1A}"/>
                </a:ext>
              </a:extLst>
            </p:cNvPr>
            <p:cNvSpPr txBox="1"/>
            <p:nvPr/>
          </p:nvSpPr>
          <p:spPr>
            <a:xfrm>
              <a:off x="1991518" y="607659"/>
              <a:ext cx="223651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000">
                  <a:latin typeface="+mj-ea"/>
                  <a:ea typeface="+mj-ea"/>
                </a:rPr>
                <a:t>ジュツシ</a:t>
              </a:r>
              <a:endParaRPr kumimoji="1" lang="ja-JP" altLang="en-US" sz="5400">
                <a:latin typeface="+mj-ea"/>
                <a:ea typeface="+mj-ea"/>
              </a:endParaRPr>
            </a:p>
          </p:txBody>
        </p:sp>
        <p:cxnSp>
          <p:nvCxnSpPr>
            <p:cNvPr id="40" name="コネクタ: カギ線 39">
              <a:extLst>
                <a:ext uri="{FF2B5EF4-FFF2-40B4-BE49-F238E27FC236}">
                  <a16:creationId xmlns:a16="http://schemas.microsoft.com/office/drawing/2014/main" id="{FBEC1555-864E-AC5E-105F-F6AB875C25BB}"/>
                </a:ext>
              </a:extLst>
            </p:cNvPr>
            <p:cNvCxnSpPr>
              <a:cxnSpLocks/>
              <a:stCxn id="15" idx="4"/>
            </p:cNvCxnSpPr>
            <p:nvPr/>
          </p:nvCxnSpPr>
          <p:spPr>
            <a:xfrm rot="16200000" flipH="1">
              <a:off x="1315049" y="2195581"/>
              <a:ext cx="972883" cy="1299220"/>
            </a:xfrm>
            <a:prstGeom prst="bentConnector2">
              <a:avLst/>
            </a:prstGeom>
            <a:ln w="63500">
              <a:gradFill>
                <a:gsLst>
                  <a:gs pos="0">
                    <a:schemeClr val="tx1"/>
                  </a:gs>
                  <a:gs pos="74000">
                    <a:schemeClr val="accent3">
                      <a:lumMod val="40000"/>
                      <a:lumOff val="60000"/>
                    </a:schemeClr>
                  </a:gs>
                  <a:gs pos="83000">
                    <a:schemeClr val="accent3">
                      <a:lumMod val="60000"/>
                      <a:lumOff val="40000"/>
                    </a:schemeClr>
                  </a:gs>
                  <a:gs pos="100000">
                    <a:schemeClr val="accent3">
                      <a:lumMod val="20000"/>
                      <a:lumOff val="80000"/>
                    </a:schemeClr>
                  </a:gs>
                </a:gsLst>
                <a:lin ang="5400000" scaled="1"/>
              </a:gradFill>
              <a:headEnd type="oval"/>
              <a:tailEnd type="oval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99270C89-52BF-982D-7F9A-E9E26517D088}"/>
              </a:ext>
            </a:extLst>
          </p:cNvPr>
          <p:cNvSpPr/>
          <p:nvPr/>
        </p:nvSpPr>
        <p:spPr>
          <a:xfrm flipH="1">
            <a:off x="5474778" y="666230"/>
            <a:ext cx="3372889" cy="662435"/>
          </a:xfrm>
          <a:prstGeom prst="roundRect">
            <a:avLst/>
          </a:prstGeom>
          <a:solidFill>
            <a:schemeClr val="bg1">
              <a:lumMod val="10000"/>
              <a:lumOff val="90000"/>
              <a:alpha val="50000"/>
            </a:schemeClr>
          </a:solidFill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楕円 56">
            <a:extLst>
              <a:ext uri="{FF2B5EF4-FFF2-40B4-BE49-F238E27FC236}">
                <a16:creationId xmlns:a16="http://schemas.microsoft.com/office/drawing/2014/main" id="{F40EC533-CECD-E2A4-72F3-ECC3D9BB02EB}"/>
              </a:ext>
            </a:extLst>
          </p:cNvPr>
          <p:cNvSpPr/>
          <p:nvPr/>
        </p:nvSpPr>
        <p:spPr>
          <a:xfrm flipH="1">
            <a:off x="7907861" y="666231"/>
            <a:ext cx="1692519" cy="1692519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>
                <a:lumMod val="10000"/>
              </a:schemeClr>
            </a:solidFill>
          </a:ln>
          <a:effectLst>
            <a:glow rad="88900">
              <a:schemeClr val="tx1">
                <a:lumMod val="10000"/>
                <a:alpha val="60000"/>
              </a:schemeClr>
            </a:glow>
          </a:effectLst>
          <a:scene3d>
            <a:camera prst="perspectiveLeft" fov="1200000">
              <a:rot lat="0" lon="600002" rev="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380F6AA-D9AD-33D8-EF93-A2BD0EA0CCCD}"/>
              </a:ext>
            </a:extLst>
          </p:cNvPr>
          <p:cNvSpPr txBox="1"/>
          <p:nvPr/>
        </p:nvSpPr>
        <p:spPr>
          <a:xfrm flipH="1">
            <a:off x="5677971" y="675387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solidFill>
                  <a:schemeClr val="tx1">
                    <a:lumMod val="10000"/>
                  </a:schemeClr>
                </a:solidFill>
                <a:latin typeface="+mn-ea"/>
              </a:rPr>
              <a:t>モノノケ</a:t>
            </a:r>
            <a:endParaRPr kumimoji="1" lang="ja-JP" altLang="en-US" sz="5400">
              <a:solidFill>
                <a:schemeClr val="tx1">
                  <a:lumMod val="10000"/>
                </a:schemeClr>
              </a:solidFill>
              <a:latin typeface="+mn-ea"/>
            </a:endParaRPr>
          </a:p>
        </p:txBody>
      </p:sp>
      <p:cxnSp>
        <p:nvCxnSpPr>
          <p:cNvPr id="56" name="コネクタ: カギ線 55">
            <a:extLst>
              <a:ext uri="{FF2B5EF4-FFF2-40B4-BE49-F238E27FC236}">
                <a16:creationId xmlns:a16="http://schemas.microsoft.com/office/drawing/2014/main" id="{2D025796-BCCE-1174-297B-C627E291035C}"/>
              </a:ext>
            </a:extLst>
          </p:cNvPr>
          <p:cNvCxnSpPr>
            <a:cxnSpLocks/>
            <a:stCxn id="57" idx="4"/>
          </p:cNvCxnSpPr>
          <p:nvPr/>
        </p:nvCxnSpPr>
        <p:spPr>
          <a:xfrm rot="5400000">
            <a:off x="7618069" y="2195581"/>
            <a:ext cx="972882" cy="1299220"/>
          </a:xfrm>
          <a:prstGeom prst="bentConnector2">
            <a:avLst/>
          </a:prstGeom>
          <a:ln w="63500">
            <a:gradFill>
              <a:gsLst>
                <a:gs pos="0">
                  <a:schemeClr val="tx1">
                    <a:lumMod val="10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  <a:headEnd type="oval"/>
            <a:tailEnd type="oval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グループ化 61">
            <a:extLst>
              <a:ext uri="{FF2B5EF4-FFF2-40B4-BE49-F238E27FC236}">
                <a16:creationId xmlns:a16="http://schemas.microsoft.com/office/drawing/2014/main" id="{168600B9-9A1C-3BCA-24E2-780FEBCC6522}"/>
              </a:ext>
            </a:extLst>
          </p:cNvPr>
          <p:cNvGrpSpPr/>
          <p:nvPr/>
        </p:nvGrpSpPr>
        <p:grpSpPr>
          <a:xfrm flipH="1">
            <a:off x="5474777" y="3971499"/>
            <a:ext cx="4125603" cy="1802769"/>
            <a:chOff x="305620" y="3971499"/>
            <a:chExt cx="4125603" cy="1802769"/>
          </a:xfrm>
        </p:grpSpPr>
        <p:sp>
          <p:nvSpPr>
            <p:cNvPr id="63" name="テキスト ボックス 62">
              <a:extLst>
                <a:ext uri="{FF2B5EF4-FFF2-40B4-BE49-F238E27FC236}">
                  <a16:creationId xmlns:a16="http://schemas.microsoft.com/office/drawing/2014/main" id="{2B8977FA-3407-5B3B-39C1-7FA633DB6CA8}"/>
                </a:ext>
              </a:extLst>
            </p:cNvPr>
            <p:cNvSpPr txBox="1"/>
            <p:nvPr/>
          </p:nvSpPr>
          <p:spPr>
            <a:xfrm>
              <a:off x="799996" y="4723413"/>
              <a:ext cx="341632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ハコの封印を解除し</a:t>
              </a:r>
              <a:br>
                <a:rPr kumimoji="1" lang="en-US" altLang="ja-JP" sz="28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</a:br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ジュツシに復讐する</a:t>
              </a:r>
              <a:endParaRPr kumimoji="1" lang="ja-JP" altLang="en-US" sz="40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  <p:sp>
          <p:nvSpPr>
            <p:cNvPr id="64" name="テキスト ボックス 63">
              <a:extLst>
                <a:ext uri="{FF2B5EF4-FFF2-40B4-BE49-F238E27FC236}">
                  <a16:creationId xmlns:a16="http://schemas.microsoft.com/office/drawing/2014/main" id="{55A4A79F-F297-F163-6E92-84B9227BAAF4}"/>
                </a:ext>
              </a:extLst>
            </p:cNvPr>
            <p:cNvSpPr txBox="1"/>
            <p:nvPr/>
          </p:nvSpPr>
          <p:spPr>
            <a:xfrm>
              <a:off x="445438" y="3971499"/>
              <a:ext cx="1210588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40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目的</a:t>
              </a:r>
              <a:endParaRPr kumimoji="1" lang="ja-JP" altLang="en-US" sz="54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48DA1C4C-F439-BBCA-3245-EF12ED95ECB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20" y="4669368"/>
              <a:ext cx="1620547" cy="0"/>
            </a:xfrm>
            <a:prstGeom prst="line">
              <a:avLst/>
            </a:prstGeom>
            <a:ln>
              <a:solidFill>
                <a:schemeClr val="tx1">
                  <a:lumMod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線コネクタ 65">
              <a:extLst>
                <a:ext uri="{FF2B5EF4-FFF2-40B4-BE49-F238E27FC236}">
                  <a16:creationId xmlns:a16="http://schemas.microsoft.com/office/drawing/2014/main" id="{134D58B2-3F77-FFCF-ED1A-4BBB929C18F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359011" y="4821768"/>
              <a:ext cx="1620547" cy="0"/>
            </a:xfrm>
            <a:prstGeom prst="line">
              <a:avLst/>
            </a:prstGeom>
            <a:ln>
              <a:solidFill>
                <a:schemeClr val="tx1">
                  <a:lumMod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グループ化 66">
              <a:extLst>
                <a:ext uri="{FF2B5EF4-FFF2-40B4-BE49-F238E27FC236}">
                  <a16:creationId xmlns:a16="http://schemas.microsoft.com/office/drawing/2014/main" id="{AAF999CF-6BCF-720C-33D8-C11DF61D7F7D}"/>
                </a:ext>
              </a:extLst>
            </p:cNvPr>
            <p:cNvGrpSpPr/>
            <p:nvPr/>
          </p:nvGrpSpPr>
          <p:grpSpPr>
            <a:xfrm rot="5400000" flipH="1">
              <a:off x="3325884" y="4668929"/>
              <a:ext cx="1056856" cy="1153822"/>
              <a:chOff x="523224" y="4630621"/>
              <a:chExt cx="1056856" cy="1153822"/>
            </a:xfrm>
          </p:grpSpPr>
          <p:cxnSp>
            <p:nvCxnSpPr>
              <p:cNvPr id="68" name="直線コネクタ 67">
                <a:extLst>
                  <a:ext uri="{FF2B5EF4-FFF2-40B4-BE49-F238E27FC236}">
                    <a16:creationId xmlns:a16="http://schemas.microsoft.com/office/drawing/2014/main" id="{1E8C1853-2DD5-770B-C0AA-F6606117D79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1051652" y="4293339"/>
                <a:ext cx="0" cy="1056856"/>
              </a:xfrm>
              <a:prstGeom prst="line">
                <a:avLst/>
              </a:prstGeom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直線コネクタ 68">
                <a:extLst>
                  <a:ext uri="{FF2B5EF4-FFF2-40B4-BE49-F238E27FC236}">
                    <a16:creationId xmlns:a16="http://schemas.microsoft.com/office/drawing/2014/main" id="{39AB0FA0-FC56-6078-20A7-ED5F49064B4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>
                <a:off x="26752" y="5207532"/>
                <a:ext cx="1153822" cy="0"/>
              </a:xfrm>
              <a:prstGeom prst="line">
                <a:avLst/>
              </a:prstGeom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1" name="図 70">
            <a:extLst>
              <a:ext uri="{FF2B5EF4-FFF2-40B4-BE49-F238E27FC236}">
                <a16:creationId xmlns:a16="http://schemas.microsoft.com/office/drawing/2014/main" id="{9A4A402A-FF10-8604-169A-4113A465E2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5841" y="1003220"/>
            <a:ext cx="956558" cy="1018541"/>
          </a:xfrm>
          <a:prstGeom prst="rect">
            <a:avLst/>
          </a:prstGeom>
          <a:scene3d>
            <a:camera prst="perspectiveLeft" fov="1200000">
              <a:rot lat="0" lon="600000" rev="0"/>
            </a:camera>
            <a:lightRig rig="threePt" dir="t"/>
          </a:scene3d>
        </p:spPr>
      </p:pic>
      <p:sp>
        <p:nvSpPr>
          <p:cNvPr id="74" name="直角三角形 73">
            <a:extLst>
              <a:ext uri="{FF2B5EF4-FFF2-40B4-BE49-F238E27FC236}">
                <a16:creationId xmlns:a16="http://schemas.microsoft.com/office/drawing/2014/main" id="{82031ADE-7A66-5A53-59DE-3DF31FFCF37B}"/>
              </a:ext>
            </a:extLst>
          </p:cNvPr>
          <p:cNvSpPr/>
          <p:nvPr/>
        </p:nvSpPr>
        <p:spPr>
          <a:xfrm>
            <a:off x="0" y="5861572"/>
            <a:ext cx="914400" cy="99552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6" name="直角三角形 75">
            <a:extLst>
              <a:ext uri="{FF2B5EF4-FFF2-40B4-BE49-F238E27FC236}">
                <a16:creationId xmlns:a16="http://schemas.microsoft.com/office/drawing/2014/main" id="{759D2810-4217-49A1-5F58-0AEBD443EA55}"/>
              </a:ext>
            </a:extLst>
          </p:cNvPr>
          <p:cNvSpPr/>
          <p:nvPr/>
        </p:nvSpPr>
        <p:spPr>
          <a:xfrm flipH="1">
            <a:off x="8995933" y="5854356"/>
            <a:ext cx="914400" cy="99552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BC1A9EC0-139C-C4A1-B2D7-FBF9543FA06B}"/>
              </a:ext>
            </a:extLst>
          </p:cNvPr>
          <p:cNvSpPr txBox="1"/>
          <p:nvPr/>
        </p:nvSpPr>
        <p:spPr>
          <a:xfrm>
            <a:off x="4496786" y="708633"/>
            <a:ext cx="9124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32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V</a:t>
            </a:r>
            <a:r>
              <a:rPr kumimoji="1" lang="en-US" altLang="ja-JP" sz="3200">
                <a:solidFill>
                  <a:schemeClr val="tx1">
                    <a:lumMod val="10000"/>
                  </a:schemeClr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S</a:t>
            </a:r>
            <a:endParaRPr kumimoji="1" lang="ja-JP" altLang="en-US" sz="4400">
              <a:solidFill>
                <a:schemeClr val="tx1">
                  <a:lumMod val="10000"/>
                </a:schemeClr>
              </a:solidFill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A5D4D84-76F9-4D18-69F5-660FA027007E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ゲームシステム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2/6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60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75000">
              <a:schemeClr val="accent3"/>
            </a:gs>
            <a:gs pos="25000">
              <a:schemeClr val="accent1"/>
            </a:gs>
          </a:gsLst>
          <a:lin ang="81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2CA982-B0A6-9DD7-60F8-6F0746DC3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BCDF59A-EDA2-6569-99E9-2998F49CEC16}"/>
              </a:ext>
            </a:extLst>
          </p:cNvPr>
          <p:cNvSpPr/>
          <p:nvPr/>
        </p:nvSpPr>
        <p:spPr>
          <a:xfrm>
            <a:off x="-38101" y="1457997"/>
            <a:ext cx="9994901" cy="3484808"/>
          </a:xfrm>
          <a:prstGeom prst="rect">
            <a:avLst/>
          </a:prstGeom>
          <a:solidFill>
            <a:schemeClr val="bg1"/>
          </a:solidFill>
          <a:ln w="31750">
            <a:solidFill>
              <a:schemeClr val="bg1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9373BEB-BCFC-905E-6C6F-8AF669850D72}"/>
              </a:ext>
            </a:extLst>
          </p:cNvPr>
          <p:cNvSpPr txBox="1"/>
          <p:nvPr/>
        </p:nvSpPr>
        <p:spPr>
          <a:xfrm>
            <a:off x="3698902" y="55291"/>
            <a:ext cx="59105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ハコの表面が戦場！？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9B5687-9DD3-7572-E583-E719AAB6A385}"/>
              </a:ext>
            </a:extLst>
          </p:cNvPr>
          <p:cNvSpPr txBox="1"/>
          <p:nvPr/>
        </p:nvSpPr>
        <p:spPr>
          <a:xfrm>
            <a:off x="399177" y="6006771"/>
            <a:ext cx="68852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3</a:t>
            </a:r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枚の「オフダ」で戦え！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129538D8-7661-0369-43E9-D8FE14F410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736" y="1485751"/>
            <a:ext cx="6096528" cy="3429297"/>
          </a:xfrm>
          <a:prstGeom prst="rect">
            <a:avLst/>
          </a:prstGeom>
          <a:ln w="31750">
            <a:noFill/>
          </a:ln>
        </p:spPr>
      </p:pic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F56EE132-034C-11FE-0235-F338E3A5BF4C}"/>
              </a:ext>
            </a:extLst>
          </p:cNvPr>
          <p:cNvCxnSpPr>
            <a:cxnSpLocks/>
            <a:endCxn id="13" idx="3"/>
          </p:cNvCxnSpPr>
          <p:nvPr/>
        </p:nvCxnSpPr>
        <p:spPr>
          <a:xfrm flipV="1">
            <a:off x="4538133" y="2069951"/>
            <a:ext cx="429689" cy="364216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FA9CB219-A19D-802A-66D2-57144D9AA400}"/>
              </a:ext>
            </a:extLst>
          </p:cNvPr>
          <p:cNvGrpSpPr/>
          <p:nvPr/>
        </p:nvGrpSpPr>
        <p:grpSpPr>
          <a:xfrm>
            <a:off x="2760142" y="975388"/>
            <a:ext cx="4415360" cy="1094563"/>
            <a:chOff x="3365507" y="1203988"/>
            <a:chExt cx="4415360" cy="1094563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05C1F36-AF93-2171-5707-DC6BAC5C5A04}"/>
                </a:ext>
              </a:extLst>
            </p:cNvPr>
            <p:cNvGrpSpPr/>
            <p:nvPr/>
          </p:nvGrpSpPr>
          <p:grpSpPr>
            <a:xfrm>
              <a:off x="3365507" y="1244600"/>
              <a:ext cx="4415360" cy="1053951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11" name="四角形: 上の 2 つの角を丸める 10">
                <a:extLst>
                  <a:ext uri="{FF2B5EF4-FFF2-40B4-BE49-F238E27FC236}">
                    <a16:creationId xmlns:a16="http://schemas.microsoft.com/office/drawing/2014/main" id="{F0F7858D-2D84-46A5-F1E4-391C81F0BDF9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四角形: 上の 2 つの角を丸める 12">
                <a:extLst>
                  <a:ext uri="{FF2B5EF4-FFF2-40B4-BE49-F238E27FC236}">
                    <a16:creationId xmlns:a16="http://schemas.microsoft.com/office/drawing/2014/main" id="{A4E2792F-6D88-7475-FF7F-0BD88E90F42E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EB9E4DE-CF53-5A5E-6A9B-A8445360B308}"/>
                </a:ext>
              </a:extLst>
            </p:cNvPr>
            <p:cNvSpPr txBox="1"/>
            <p:nvPr/>
          </p:nvSpPr>
          <p:spPr>
            <a:xfrm>
              <a:off x="4583173" y="1203988"/>
              <a:ext cx="198002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ハコの表面</a:t>
              </a:r>
              <a:endParaRPr kumimoji="1" lang="ja-JP" altLang="en-US" sz="4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7D25F57C-1276-256B-2626-A8C988B9CDF5}"/>
                </a:ext>
              </a:extLst>
            </p:cNvPr>
            <p:cNvSpPr txBox="1"/>
            <p:nvPr/>
          </p:nvSpPr>
          <p:spPr>
            <a:xfrm>
              <a:off x="3557250" y="1812824"/>
              <a:ext cx="403187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オフダの召喚物が自動で戦う戦場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DA4465D9-70A4-205C-84B6-2DD3DAFA4E69}"/>
              </a:ext>
            </a:extLst>
          </p:cNvPr>
          <p:cNvCxnSpPr>
            <a:cxnSpLocks/>
          </p:cNvCxnSpPr>
          <p:nvPr/>
        </p:nvCxnSpPr>
        <p:spPr>
          <a:xfrm>
            <a:off x="2700867" y="3429000"/>
            <a:ext cx="766233" cy="1397592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2EEB3BCF-191C-37C1-745C-0F98FC450DB7}"/>
              </a:ext>
            </a:extLst>
          </p:cNvPr>
          <p:cNvCxnSpPr>
            <a:cxnSpLocks/>
          </p:cNvCxnSpPr>
          <p:nvPr/>
        </p:nvCxnSpPr>
        <p:spPr>
          <a:xfrm flipH="1">
            <a:off x="6692900" y="3762626"/>
            <a:ext cx="482602" cy="1063965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821D4A76-9323-AFF0-BAD7-CBC2742EDE07}"/>
              </a:ext>
            </a:extLst>
          </p:cNvPr>
          <p:cNvGrpSpPr/>
          <p:nvPr/>
        </p:nvGrpSpPr>
        <p:grpSpPr>
          <a:xfrm flipH="1">
            <a:off x="134644" y="1666837"/>
            <a:ext cx="1812864" cy="2960197"/>
            <a:chOff x="163277" y="1666837"/>
            <a:chExt cx="1812864" cy="2960197"/>
          </a:xfrm>
        </p:grpSpPr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BB1D32C8-DA87-D34C-41FF-78CC63CF9BBD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42" name="四角形: 上の 2 つの角を丸める 41">
                <a:extLst>
                  <a:ext uri="{FF2B5EF4-FFF2-40B4-BE49-F238E27FC236}">
                    <a16:creationId xmlns:a16="http://schemas.microsoft.com/office/drawing/2014/main" id="{E01373B5-21AD-25C9-A237-690E9EA9AF22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170888"/>
              </a:xfrm>
              <a:prstGeom prst="round2SameRect">
                <a:avLst/>
              </a:prstGeom>
              <a:solidFill>
                <a:schemeClr val="accent3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43" name="四角形: 上の 2 つの角を丸める 42">
                <a:extLst>
                  <a:ext uri="{FF2B5EF4-FFF2-40B4-BE49-F238E27FC236}">
                    <a16:creationId xmlns:a16="http://schemas.microsoft.com/office/drawing/2014/main" id="{31EB059E-151F-681F-C28D-0BDBB3C11130}"/>
                  </a:ext>
                </a:extLst>
              </p:cNvPr>
              <p:cNvSpPr/>
              <p:nvPr/>
            </p:nvSpPr>
            <p:spPr>
              <a:xfrm flipV="1">
                <a:off x="4872567" y="1466139"/>
                <a:ext cx="2180166" cy="87526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</p:grp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7E668B10-4ACA-EBB6-207A-35CF4725272E}"/>
                </a:ext>
              </a:extLst>
            </p:cNvPr>
            <p:cNvSpPr txBox="1"/>
            <p:nvPr/>
          </p:nvSpPr>
          <p:spPr>
            <a:xfrm>
              <a:off x="204779" y="1732792"/>
              <a:ext cx="17235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j-ea"/>
                  <a:ea typeface="+mj-ea"/>
                </a:rPr>
                <a:t>オフダ豆知識</a:t>
              </a:r>
              <a:endParaRPr kumimoji="1" lang="ja-JP" altLang="en-US" sz="3200">
                <a:latin typeface="+mj-ea"/>
                <a:ea typeface="+mj-ea"/>
              </a:endParaRP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785A45F4-5F60-D7AC-FC77-42C8291502D6}"/>
                </a:ext>
              </a:extLst>
            </p:cNvPr>
            <p:cNvSpPr txBox="1"/>
            <p:nvPr/>
          </p:nvSpPr>
          <p:spPr>
            <a:xfrm>
              <a:off x="175648" y="2357354"/>
              <a:ext cx="1800493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400">
                  <a:latin typeface="+mj-ea"/>
                  <a:ea typeface="+mj-ea"/>
                </a:rPr>
                <a:t>同じ種類なら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 u="sng">
                  <a:latin typeface="+mj-ea"/>
                  <a:ea typeface="+mj-ea"/>
                </a:rPr>
                <a:t>重ねて貼れ</a:t>
              </a:r>
              <a:r>
                <a:rPr kumimoji="1" lang="ja-JP" altLang="en-US" sz="1400">
                  <a:latin typeface="+mj-ea"/>
                  <a:ea typeface="+mj-ea"/>
                </a:rPr>
                <a:t>る！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>
                  <a:latin typeface="+mj-ea"/>
                  <a:ea typeface="+mj-ea"/>
                </a:rPr>
                <a:t>重ねれば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en-US" altLang="ja-JP" sz="1400" u="sng">
                  <a:latin typeface="+mj-ea"/>
                  <a:ea typeface="+mj-ea"/>
                </a:rPr>
                <a:t>Lv</a:t>
              </a:r>
              <a:r>
                <a:rPr kumimoji="1" lang="ja-JP" altLang="en-US" sz="1400" u="sng">
                  <a:latin typeface="+mj-ea"/>
                  <a:ea typeface="+mj-ea"/>
                </a:rPr>
                <a:t>が上昇</a:t>
              </a:r>
              <a:r>
                <a:rPr kumimoji="1" lang="ja-JP" altLang="en-US" sz="1400">
                  <a:latin typeface="+mj-ea"/>
                  <a:ea typeface="+mj-ea"/>
                </a:rPr>
                <a:t>し、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>
                  <a:latin typeface="+mj-ea"/>
                  <a:ea typeface="+mj-ea"/>
                </a:rPr>
                <a:t>召喚物が強力に！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>
                  <a:latin typeface="+mj-ea"/>
                  <a:ea typeface="+mj-ea"/>
                </a:rPr>
                <a:t>貼る枚数は無制限、</a:t>
              </a:r>
              <a:br>
                <a:rPr kumimoji="1" lang="en-US" altLang="ja-JP" sz="1400">
                  <a:latin typeface="+mj-ea"/>
                  <a:ea typeface="+mj-ea"/>
                </a:rPr>
              </a:br>
              <a:r>
                <a:rPr kumimoji="1" lang="ja-JP" altLang="en-US" sz="1400" u="sng">
                  <a:latin typeface="+mj-ea"/>
                  <a:ea typeface="+mj-ea"/>
                </a:rPr>
                <a:t>クールタイムに注意</a:t>
              </a:r>
              <a:endParaRPr kumimoji="1" lang="ja-JP" altLang="en-US" sz="2000" u="sng">
                <a:latin typeface="+mj-ea"/>
                <a:ea typeface="+mj-ea"/>
              </a:endParaRPr>
            </a:p>
          </p:txBody>
        </p:sp>
      </p:grp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7C706DB8-8E31-4CCD-D425-B5C7B1C80923}"/>
              </a:ext>
            </a:extLst>
          </p:cNvPr>
          <p:cNvGrpSpPr/>
          <p:nvPr/>
        </p:nvGrpSpPr>
        <p:grpSpPr>
          <a:xfrm flipH="1">
            <a:off x="7957940" y="1662196"/>
            <a:ext cx="1866217" cy="2960197"/>
            <a:chOff x="112676" y="1666837"/>
            <a:chExt cx="1866217" cy="2960197"/>
          </a:xfrm>
        </p:grpSpPr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F024FAE4-2E32-800E-603F-3C801881C759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53" name="四角形: 上の 2 つの角を丸める 52">
                <a:extLst>
                  <a:ext uri="{FF2B5EF4-FFF2-40B4-BE49-F238E27FC236}">
                    <a16:creationId xmlns:a16="http://schemas.microsoft.com/office/drawing/2014/main" id="{7B2291F8-DD65-72EA-39EC-FC19F6C93F7E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170888"/>
              </a:xfrm>
              <a:prstGeom prst="round2SameRect">
                <a:avLst/>
              </a:prstGeom>
              <a:solidFill>
                <a:schemeClr val="accent1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  <p:sp>
            <p:nvSpPr>
              <p:cNvPr id="54" name="四角形: 上の 2 つの角を丸める 53">
                <a:extLst>
                  <a:ext uri="{FF2B5EF4-FFF2-40B4-BE49-F238E27FC236}">
                    <a16:creationId xmlns:a16="http://schemas.microsoft.com/office/drawing/2014/main" id="{B2A20362-BE10-2EC5-36A6-F85F9A32DC53}"/>
                  </a:ext>
                </a:extLst>
              </p:cNvPr>
              <p:cNvSpPr/>
              <p:nvPr/>
            </p:nvSpPr>
            <p:spPr>
              <a:xfrm flipV="1">
                <a:off x="4872567" y="1466139"/>
                <a:ext cx="2180166" cy="87526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n-ea"/>
                </a:endParaRPr>
              </a:p>
            </p:txBody>
          </p:sp>
        </p:grp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77CBE823-EACE-643E-3E0C-1298FD206125}"/>
                </a:ext>
              </a:extLst>
            </p:cNvPr>
            <p:cNvSpPr txBox="1"/>
            <p:nvPr/>
          </p:nvSpPr>
          <p:spPr>
            <a:xfrm>
              <a:off x="333019" y="1732792"/>
              <a:ext cx="146706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n-ea"/>
                </a:rPr>
                <a:t>ハコ豆知識</a:t>
              </a:r>
              <a:endParaRPr kumimoji="1" lang="ja-JP" altLang="en-US" sz="3200">
                <a:latin typeface="+mn-ea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E5DFE4BE-0B9B-C772-ADB9-68D1B27751C5}"/>
                </a:ext>
              </a:extLst>
            </p:cNvPr>
            <p:cNvSpPr txBox="1"/>
            <p:nvPr/>
          </p:nvSpPr>
          <p:spPr>
            <a:xfrm>
              <a:off x="112676" y="2293859"/>
              <a:ext cx="1866217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1400">
                  <a:latin typeface="+mn-ea"/>
                </a:rPr>
                <a:t>ハコには必ず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 u="sng">
                  <a:latin typeface="+mn-ea"/>
                </a:rPr>
                <a:t>決着メーター</a:t>
              </a:r>
              <a:r>
                <a:rPr kumimoji="1" lang="ja-JP" altLang="en-US" sz="1400">
                  <a:latin typeface="+mn-ea"/>
                </a:rPr>
                <a:t>が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存在するらしい</a:t>
              </a:r>
              <a:r>
                <a:rPr kumimoji="1" lang="en-US" altLang="ja-JP" sz="1400">
                  <a:latin typeface="+mn-ea"/>
                </a:rPr>
                <a:t>…</a:t>
              </a:r>
              <a:br>
                <a:rPr kumimoji="1" lang="en-US" altLang="ja-JP" sz="1400">
                  <a:latin typeface="+mn-ea"/>
                </a:rPr>
              </a:b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 u="sng">
                  <a:latin typeface="+mn-ea"/>
                </a:rPr>
                <a:t>選択中の面</a:t>
              </a:r>
              <a:r>
                <a:rPr kumimoji="1" lang="ja-JP" altLang="en-US" sz="1400">
                  <a:latin typeface="+mn-ea"/>
                </a:rPr>
                <a:t>にしか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オフダは貼れない！</a:t>
              </a:r>
              <a:br>
                <a:rPr kumimoji="1" lang="en-US" altLang="ja-JP" sz="1400">
                  <a:latin typeface="+mn-ea"/>
                </a:rPr>
              </a:b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 u="sng">
                  <a:latin typeface="+mn-ea"/>
                </a:rPr>
                <a:t>フリック</a:t>
              </a:r>
              <a:r>
                <a:rPr kumimoji="1" lang="en-US" altLang="ja-JP" sz="1400" u="sng">
                  <a:latin typeface="+mn-ea"/>
                </a:rPr>
                <a:t>or</a:t>
              </a:r>
              <a:r>
                <a:rPr kumimoji="1" lang="ja-JP" altLang="en-US" sz="1400" u="sng">
                  <a:latin typeface="+mn-ea"/>
                </a:rPr>
                <a:t>タッチ</a:t>
              </a:r>
              <a:r>
                <a:rPr kumimoji="1" lang="ja-JP" altLang="en-US" sz="1400">
                  <a:latin typeface="+mn-ea"/>
                </a:rPr>
                <a:t>で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ハコの面を選択！</a:t>
              </a:r>
              <a:endParaRPr kumimoji="1" lang="ja-JP" altLang="en-US" sz="2000">
                <a:latin typeface="+mn-ea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5EA8B132-D9B1-006F-B3EE-D515BAC03D05}"/>
              </a:ext>
            </a:extLst>
          </p:cNvPr>
          <p:cNvGrpSpPr/>
          <p:nvPr/>
        </p:nvGrpSpPr>
        <p:grpSpPr>
          <a:xfrm>
            <a:off x="1537780" y="4785980"/>
            <a:ext cx="6830441" cy="1094563"/>
            <a:chOff x="1537780" y="4785980"/>
            <a:chExt cx="6830441" cy="1094563"/>
          </a:xfrm>
        </p:grpSpPr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D83C3E3B-EA33-FE43-ABB6-909C85BF5BBE}"/>
                </a:ext>
              </a:extLst>
            </p:cNvPr>
            <p:cNvGrpSpPr/>
            <p:nvPr/>
          </p:nvGrpSpPr>
          <p:grpSpPr>
            <a:xfrm>
              <a:off x="1537780" y="4826592"/>
              <a:ext cx="6830441" cy="1053951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29" name="四角形: 上の 2 つの角を丸める 28">
                <a:extLst>
                  <a:ext uri="{FF2B5EF4-FFF2-40B4-BE49-F238E27FC236}">
                    <a16:creationId xmlns:a16="http://schemas.microsoft.com/office/drawing/2014/main" id="{EFADA4B1-4461-B0DB-64A1-E1E0EE6636AB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四角形: 上の 2 つの角を丸める 29">
                <a:extLst>
                  <a:ext uri="{FF2B5EF4-FFF2-40B4-BE49-F238E27FC236}">
                    <a16:creationId xmlns:a16="http://schemas.microsoft.com/office/drawing/2014/main" id="{1C7AE10B-AC0F-ADB5-2038-621F6A6B1178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2E25CD95-1F9E-73F4-9E8F-8C9B8881377E}"/>
                </a:ext>
              </a:extLst>
            </p:cNvPr>
            <p:cNvSpPr txBox="1"/>
            <p:nvPr/>
          </p:nvSpPr>
          <p:spPr>
            <a:xfrm>
              <a:off x="4322058" y="4785980"/>
              <a:ext cx="12618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8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オフダ</a:t>
              </a:r>
              <a:endParaRPr kumimoji="1" lang="ja-JP" altLang="en-US" sz="4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95C70EBD-0D1B-26B3-78C4-755FEAC0F323}"/>
                </a:ext>
              </a:extLst>
            </p:cNvPr>
            <p:cNvSpPr txBox="1"/>
            <p:nvPr/>
          </p:nvSpPr>
          <p:spPr>
            <a:xfrm>
              <a:off x="1782902" y="5394816"/>
              <a:ext cx="63401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ハコに貼ると、種類に応じて異なるものを召喚出来る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303AD28-6C1F-9899-4E91-C1E29C5D5A84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ゲームシステム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3/6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0419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0E43D-60C2-F7C9-DAD5-CFD0D8800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4CA8F07B-9EEC-3C43-6BDC-9728AA0B4ED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429000"/>
            <a:ext cx="9906001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5" name="グループ化 104">
            <a:extLst>
              <a:ext uri="{FF2B5EF4-FFF2-40B4-BE49-F238E27FC236}">
                <a16:creationId xmlns:a16="http://schemas.microsoft.com/office/drawing/2014/main" id="{6174B3A6-F007-7E8D-1482-AD648253342F}"/>
              </a:ext>
            </a:extLst>
          </p:cNvPr>
          <p:cNvGrpSpPr/>
          <p:nvPr/>
        </p:nvGrpSpPr>
        <p:grpSpPr>
          <a:xfrm>
            <a:off x="839566" y="3752117"/>
            <a:ext cx="4673464" cy="3212976"/>
            <a:chOff x="1013662" y="3840554"/>
            <a:chExt cx="4399339" cy="3024522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65722DF-A647-269C-870B-6600548D6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" t="2578" r="1446" b="3211"/>
            <a:stretch>
              <a:fillRect/>
            </a:stretch>
          </p:blipFill>
          <p:spPr>
            <a:xfrm>
              <a:off x="1013662" y="3840554"/>
              <a:ext cx="4158709" cy="302452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C9CD5E72-D799-6849-2251-72B5546503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3850406" y="4090295"/>
              <a:ext cx="600519" cy="600520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1E348F60-054E-3C04-FB92-35BFED450D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3447235" y="4158843"/>
              <a:ext cx="600519" cy="600520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B6E22C07-9A24-2824-CEB9-3313E0D3FDB9}"/>
                </a:ext>
              </a:extLst>
            </p:cNvPr>
            <p:cNvGrpSpPr/>
            <p:nvPr/>
          </p:nvGrpSpPr>
          <p:grpSpPr>
            <a:xfrm>
              <a:off x="1714416" y="4191415"/>
              <a:ext cx="875234" cy="526114"/>
              <a:chOff x="3023749" y="662966"/>
              <a:chExt cx="2094815" cy="1259217"/>
            </a:xfrm>
          </p:grpSpPr>
          <p:grpSp>
            <p:nvGrpSpPr>
              <p:cNvPr id="70" name="グループ化 69">
                <a:extLst>
                  <a:ext uri="{FF2B5EF4-FFF2-40B4-BE49-F238E27FC236}">
                    <a16:creationId xmlns:a16="http://schemas.microsoft.com/office/drawing/2014/main" id="{6180DD73-D73E-741B-3838-AA4C0A7407F2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7" name="正方形/長方形 76">
                  <a:extLst>
                    <a:ext uri="{FF2B5EF4-FFF2-40B4-BE49-F238E27FC236}">
                      <a16:creationId xmlns:a16="http://schemas.microsoft.com/office/drawing/2014/main" id="{87ACD309-C717-6FBB-A7B4-A56897874831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78" name="図 77">
                  <a:extLst>
                    <a:ext uri="{FF2B5EF4-FFF2-40B4-BE49-F238E27FC236}">
                      <a16:creationId xmlns:a16="http://schemas.microsoft.com/office/drawing/2014/main" id="{23D8A5E4-3CCA-F5EE-27AF-D1B1E9389A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1" name="グループ化 70">
                <a:extLst>
                  <a:ext uri="{FF2B5EF4-FFF2-40B4-BE49-F238E27FC236}">
                    <a16:creationId xmlns:a16="http://schemas.microsoft.com/office/drawing/2014/main" id="{AFEE682F-FB1B-F56E-6461-F4C2C3C313B3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5" name="正方形/長方形 74">
                  <a:extLst>
                    <a:ext uri="{FF2B5EF4-FFF2-40B4-BE49-F238E27FC236}">
                      <a16:creationId xmlns:a16="http://schemas.microsoft.com/office/drawing/2014/main" id="{CCA200EB-7110-28B4-6650-8E463321DBF9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76" name="図 75">
                  <a:extLst>
                    <a:ext uri="{FF2B5EF4-FFF2-40B4-BE49-F238E27FC236}">
                      <a16:creationId xmlns:a16="http://schemas.microsoft.com/office/drawing/2014/main" id="{69396295-9DFA-C4CA-CDE3-98ED907A8F5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2" name="グループ化 71">
                <a:extLst>
                  <a:ext uri="{FF2B5EF4-FFF2-40B4-BE49-F238E27FC236}">
                    <a16:creationId xmlns:a16="http://schemas.microsoft.com/office/drawing/2014/main" id="{63A3B514-C41B-EB98-3E09-F73BC8C0B854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3" name="正方形/長方形 72">
                  <a:extLst>
                    <a:ext uri="{FF2B5EF4-FFF2-40B4-BE49-F238E27FC236}">
                      <a16:creationId xmlns:a16="http://schemas.microsoft.com/office/drawing/2014/main" id="{BAA9B318-3473-ACDD-3BBF-67BDED2E5103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74" name="図 73">
                  <a:extLst>
                    <a:ext uri="{FF2B5EF4-FFF2-40B4-BE49-F238E27FC236}">
                      <a16:creationId xmlns:a16="http://schemas.microsoft.com/office/drawing/2014/main" id="{C73BA85B-F520-E20B-55BC-C8422BB514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BD8144C0-E29F-A59B-6B96-68BDBC8E19F5}"/>
                </a:ext>
              </a:extLst>
            </p:cNvPr>
            <p:cNvGrpSpPr/>
            <p:nvPr/>
          </p:nvGrpSpPr>
          <p:grpSpPr>
            <a:xfrm>
              <a:off x="2456448" y="4176145"/>
              <a:ext cx="940490" cy="565340"/>
              <a:chOff x="3023749" y="662966"/>
              <a:chExt cx="2094815" cy="1259217"/>
            </a:xfrm>
          </p:grpSpPr>
          <p:grpSp>
            <p:nvGrpSpPr>
              <p:cNvPr id="61" name="グループ化 60">
                <a:extLst>
                  <a:ext uri="{FF2B5EF4-FFF2-40B4-BE49-F238E27FC236}">
                    <a16:creationId xmlns:a16="http://schemas.microsoft.com/office/drawing/2014/main" id="{446D1662-57E9-D435-C0D2-1FE002646EB4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CDFA4EF0-2F6F-E92C-1677-3CF56847AB17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69" name="図 68">
                  <a:extLst>
                    <a:ext uri="{FF2B5EF4-FFF2-40B4-BE49-F238E27FC236}">
                      <a16:creationId xmlns:a16="http://schemas.microsoft.com/office/drawing/2014/main" id="{8C8C34D4-D4C7-850D-7CA9-93091BD4DC1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CEC8C200-5226-E0E5-529A-B4D21F91D294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6" name="正方形/長方形 65">
                  <a:extLst>
                    <a:ext uri="{FF2B5EF4-FFF2-40B4-BE49-F238E27FC236}">
                      <a16:creationId xmlns:a16="http://schemas.microsoft.com/office/drawing/2014/main" id="{441E846B-A9DF-CDB4-BCD0-AD3E31B24775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67" name="図 66">
                  <a:extLst>
                    <a:ext uri="{FF2B5EF4-FFF2-40B4-BE49-F238E27FC236}">
                      <a16:creationId xmlns:a16="http://schemas.microsoft.com/office/drawing/2014/main" id="{2F82AB3C-A630-90E6-46AD-44160F13368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グループ化 62">
                <a:extLst>
                  <a:ext uri="{FF2B5EF4-FFF2-40B4-BE49-F238E27FC236}">
                    <a16:creationId xmlns:a16="http://schemas.microsoft.com/office/drawing/2014/main" id="{CBC8A921-6B5F-0DD4-CF8B-96CCB3D35F05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4" name="正方形/長方形 63">
                  <a:extLst>
                    <a:ext uri="{FF2B5EF4-FFF2-40B4-BE49-F238E27FC236}">
                      <a16:creationId xmlns:a16="http://schemas.microsoft.com/office/drawing/2014/main" id="{AFDED4FF-9405-271B-B67A-B8FC07C82736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800">
                    <a:latin typeface="+mn-ea"/>
                  </a:endParaRPr>
                </a:p>
              </p:txBody>
            </p:sp>
            <p:pic>
              <p:nvPicPr>
                <p:cNvPr id="65" name="図 64">
                  <a:extLst>
                    <a:ext uri="{FF2B5EF4-FFF2-40B4-BE49-F238E27FC236}">
                      <a16:creationId xmlns:a16="http://schemas.microsoft.com/office/drawing/2014/main" id="{DF18A0D8-9F32-7547-99B9-2FD08777757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062A401A-34EB-9DF9-6C9A-9CF7C4D0B1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01198" y="5167823"/>
              <a:ext cx="1007938" cy="755955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B9A82646-8CEC-C841-F9B1-A7B34D0B0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5063" y="4892674"/>
              <a:ext cx="1007938" cy="755955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26E3A7F1-AAF8-6C65-54B3-3619CC28B362}"/>
                </a:ext>
              </a:extLst>
            </p:cNvPr>
            <p:cNvGrpSpPr/>
            <p:nvPr/>
          </p:nvGrpSpPr>
          <p:grpSpPr>
            <a:xfrm>
              <a:off x="4715573" y="4546151"/>
              <a:ext cx="277936" cy="277936"/>
              <a:chOff x="10799110" y="4679387"/>
              <a:chExt cx="833139" cy="833139"/>
            </a:xfrm>
            <a:scene3d>
              <a:camera prst="isometricOffAxis2Right"/>
              <a:lightRig rig="threePt" dir="t"/>
            </a:scene3d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1412A9BC-90AA-7A54-E54E-63CB0A4E5110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>
                  <a:latin typeface="+mn-ea"/>
                </a:endParaRPr>
              </a:p>
            </p:txBody>
          </p:sp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E4C14EB1-2A47-D111-4C16-3E8D2AAAAD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254B0E30-9E9A-5E18-4069-41E3F746A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4351874" y="5410479"/>
              <a:ext cx="550484" cy="24228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A9A3F129-198F-C03D-D0D3-F4E613004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4441228" y="5140119"/>
              <a:ext cx="550484" cy="24228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228D93CF-649F-341C-54EC-E8B8A9B71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4130410" y="5707679"/>
              <a:ext cx="580589" cy="44986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22AC229A-2425-C076-D9DF-995EA6E40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4073060" y="5387640"/>
              <a:ext cx="580589" cy="44986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043B2EF0-5D60-9F42-1FF5-A129911A6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4134540" y="5100050"/>
              <a:ext cx="580589" cy="449866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91AFA730-6D50-D17C-2EC1-224F9D806F0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222463" flipH="1">
              <a:off x="4348317" y="4991042"/>
              <a:ext cx="507926" cy="496807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91BF8546-382B-5972-8291-E36453B6E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4312444" y="5590326"/>
              <a:ext cx="546607" cy="496807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FA4A1BAC-A616-40FE-5EE8-217575236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4279861" y="5327669"/>
              <a:ext cx="546607" cy="496807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6408F300-9401-CF68-1FDA-00B915773D2E}"/>
                </a:ext>
              </a:extLst>
            </p:cNvPr>
            <p:cNvGrpSpPr/>
            <p:nvPr/>
          </p:nvGrpSpPr>
          <p:grpSpPr>
            <a:xfrm>
              <a:off x="4199232" y="4739449"/>
              <a:ext cx="338680" cy="453624"/>
              <a:chOff x="540604" y="2929405"/>
              <a:chExt cx="826175" cy="1106569"/>
            </a:xfrm>
            <a:scene3d>
              <a:camera prst="isometricOffAxis2Right"/>
              <a:lightRig rig="threePt" dir="t"/>
            </a:scene3d>
          </p:grpSpPr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4B3FD816-02EA-F0CC-A8B8-5C0D264FF3F3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800">
                  <a:latin typeface="+mn-ea"/>
                </a:endParaRPr>
              </a:p>
            </p:txBody>
          </p:sp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3190B0BC-B8A6-4355-6902-2E0A4B1C5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pic>
          <p:nvPicPr>
            <p:cNvPr id="82" name="図 81">
              <a:extLst>
                <a:ext uri="{FF2B5EF4-FFF2-40B4-BE49-F238E27FC236}">
                  <a16:creationId xmlns:a16="http://schemas.microsoft.com/office/drawing/2014/main" id="{1A3BE8FE-D684-0795-A84A-55BC52C842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471"/>
            <a:stretch>
              <a:fillRect/>
            </a:stretch>
          </p:blipFill>
          <p:spPr>
            <a:xfrm>
              <a:off x="3037353" y="4637489"/>
              <a:ext cx="1178768" cy="1971502"/>
            </a:xfrm>
            <a:prstGeom prst="rect">
              <a:avLst/>
            </a:prstGeom>
          </p:spPr>
        </p:pic>
        <p:grpSp>
          <p:nvGrpSpPr>
            <p:cNvPr id="83" name="グループ化 82">
              <a:extLst>
                <a:ext uri="{FF2B5EF4-FFF2-40B4-BE49-F238E27FC236}">
                  <a16:creationId xmlns:a16="http://schemas.microsoft.com/office/drawing/2014/main" id="{9F3AE48F-5019-7C70-E3DA-DF99AFB172F7}"/>
                </a:ext>
              </a:extLst>
            </p:cNvPr>
            <p:cNvGrpSpPr/>
            <p:nvPr/>
          </p:nvGrpSpPr>
          <p:grpSpPr>
            <a:xfrm>
              <a:off x="3026619" y="5116403"/>
              <a:ext cx="959028" cy="1292713"/>
              <a:chOff x="2107452" y="4873542"/>
              <a:chExt cx="1149804" cy="1549865"/>
            </a:xfrm>
          </p:grpSpPr>
          <p:pic>
            <p:nvPicPr>
              <p:cNvPr id="84" name="図 83">
                <a:extLst>
                  <a:ext uri="{FF2B5EF4-FFF2-40B4-BE49-F238E27FC236}">
                    <a16:creationId xmlns:a16="http://schemas.microsoft.com/office/drawing/2014/main" id="{6D3A9490-7B4A-4779-B3CA-AC82553E31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0549" t="20227" r="13518" b="19585"/>
              <a:stretch>
                <a:fillRect/>
              </a:stretch>
            </p:blipFill>
            <p:spPr>
              <a:xfrm>
                <a:off x="2140954" y="5185749"/>
                <a:ext cx="985180" cy="1237658"/>
              </a:xfrm>
              <a:prstGeom prst="rect">
                <a:avLst/>
              </a:prstGeom>
            </p:spPr>
          </p:pic>
          <p:pic>
            <p:nvPicPr>
              <p:cNvPr id="86" name="図 85">
                <a:extLst>
                  <a:ext uri="{FF2B5EF4-FFF2-40B4-BE49-F238E27FC236}">
                    <a16:creationId xmlns:a16="http://schemas.microsoft.com/office/drawing/2014/main" id="{47216124-2A57-2042-14CA-CDCB9F230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0549" t="20227" r="13518" b="19585"/>
              <a:stretch>
                <a:fillRect/>
              </a:stretch>
            </p:blipFill>
            <p:spPr>
              <a:xfrm>
                <a:off x="2107452" y="5049549"/>
                <a:ext cx="985180" cy="1237658"/>
              </a:xfrm>
              <a:prstGeom prst="rect">
                <a:avLst/>
              </a:prstGeom>
            </p:spPr>
          </p:pic>
          <p:pic>
            <p:nvPicPr>
              <p:cNvPr id="88" name="図 87">
                <a:extLst>
                  <a:ext uri="{FF2B5EF4-FFF2-40B4-BE49-F238E27FC236}">
                    <a16:creationId xmlns:a16="http://schemas.microsoft.com/office/drawing/2014/main" id="{8FCB49DD-2C60-B800-B1B0-41EAA6D9DA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0549" t="20227" r="13518" b="19585"/>
              <a:stretch>
                <a:fillRect/>
              </a:stretch>
            </p:blipFill>
            <p:spPr>
              <a:xfrm>
                <a:off x="2272076" y="4873542"/>
                <a:ext cx="985180" cy="1237658"/>
              </a:xfrm>
              <a:prstGeom prst="rect">
                <a:avLst/>
              </a:prstGeom>
            </p:spPr>
          </p:pic>
        </p:grpSp>
        <p:pic>
          <p:nvPicPr>
            <p:cNvPr id="90" name="図 89">
              <a:extLst>
                <a:ext uri="{FF2B5EF4-FFF2-40B4-BE49-F238E27FC236}">
                  <a16:creationId xmlns:a16="http://schemas.microsoft.com/office/drawing/2014/main" id="{634233BF-F7AE-09DD-D526-6BD8FFA6E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9826"/>
            <a:stretch>
              <a:fillRect/>
            </a:stretch>
          </p:blipFill>
          <p:spPr>
            <a:xfrm>
              <a:off x="1196529" y="4637490"/>
              <a:ext cx="1842039" cy="1972600"/>
            </a:xfrm>
            <a:prstGeom prst="rect">
              <a:avLst/>
            </a:prstGeom>
          </p:spPr>
        </p:pic>
        <p:grpSp>
          <p:nvGrpSpPr>
            <p:cNvPr id="85" name="グループ化 84">
              <a:extLst>
                <a:ext uri="{FF2B5EF4-FFF2-40B4-BE49-F238E27FC236}">
                  <a16:creationId xmlns:a16="http://schemas.microsoft.com/office/drawing/2014/main" id="{09639C0A-AD33-3DE0-3094-3DB235BFBE59}"/>
                </a:ext>
              </a:extLst>
            </p:cNvPr>
            <p:cNvGrpSpPr/>
            <p:nvPr/>
          </p:nvGrpSpPr>
          <p:grpSpPr>
            <a:xfrm>
              <a:off x="2204688" y="4981328"/>
              <a:ext cx="912029" cy="1498527"/>
              <a:chOff x="1333142" y="4981328"/>
              <a:chExt cx="912031" cy="1498527"/>
            </a:xfrm>
          </p:grpSpPr>
          <p:pic>
            <p:nvPicPr>
              <p:cNvPr id="92" name="図 91">
                <a:extLst>
                  <a:ext uri="{FF2B5EF4-FFF2-40B4-BE49-F238E27FC236}">
                    <a16:creationId xmlns:a16="http://schemas.microsoft.com/office/drawing/2014/main" id="{7692CCEC-59D2-5AB9-70CD-484C6EBA21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567" t="44465" r="50735" b="4588"/>
              <a:stretch>
                <a:fillRect/>
              </a:stretch>
            </p:blipFill>
            <p:spPr>
              <a:xfrm rot="1190001">
                <a:off x="1333142" y="5292529"/>
                <a:ext cx="538649" cy="948602"/>
              </a:xfrm>
              <a:prstGeom prst="rect">
                <a:avLst/>
              </a:prstGeom>
            </p:spPr>
          </p:pic>
          <p:pic>
            <p:nvPicPr>
              <p:cNvPr id="98" name="図 97">
                <a:extLst>
                  <a:ext uri="{FF2B5EF4-FFF2-40B4-BE49-F238E27FC236}">
                    <a16:creationId xmlns:a16="http://schemas.microsoft.com/office/drawing/2014/main" id="{DA324445-1457-59DF-52A6-0B7279CF06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176" t="418" r="52978" b="61509"/>
              <a:stretch>
                <a:fillRect/>
              </a:stretch>
            </p:blipFill>
            <p:spPr>
              <a:xfrm flipH="1">
                <a:off x="1592339" y="4981328"/>
                <a:ext cx="652834" cy="1176404"/>
              </a:xfrm>
              <a:prstGeom prst="rect">
                <a:avLst/>
              </a:prstGeom>
            </p:spPr>
          </p:pic>
          <p:pic>
            <p:nvPicPr>
              <p:cNvPr id="100" name="図 99">
                <a:extLst>
                  <a:ext uri="{FF2B5EF4-FFF2-40B4-BE49-F238E27FC236}">
                    <a16:creationId xmlns:a16="http://schemas.microsoft.com/office/drawing/2014/main" id="{A267A131-5CB8-FDEC-4631-9682D2F762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176" t="418" r="52978" b="61509"/>
              <a:stretch>
                <a:fillRect/>
              </a:stretch>
            </p:blipFill>
            <p:spPr>
              <a:xfrm rot="1544511" flipH="1">
                <a:off x="1639305" y="5607834"/>
                <a:ext cx="483920" cy="872021"/>
              </a:xfrm>
              <a:prstGeom prst="rect">
                <a:avLst/>
              </a:prstGeom>
            </p:spPr>
          </p:pic>
        </p:grpSp>
        <p:sp>
          <p:nvSpPr>
            <p:cNvPr id="102" name="正方形/長方形 101">
              <a:extLst>
                <a:ext uri="{FF2B5EF4-FFF2-40B4-BE49-F238E27FC236}">
                  <a16:creationId xmlns:a16="http://schemas.microsoft.com/office/drawing/2014/main" id="{D7BD427D-4222-9EC4-587F-F61B2EECE0A8}"/>
                </a:ext>
              </a:extLst>
            </p:cNvPr>
            <p:cNvSpPr/>
            <p:nvPr/>
          </p:nvSpPr>
          <p:spPr>
            <a:xfrm rot="765235">
              <a:off x="1330939" y="4829016"/>
              <a:ext cx="356051" cy="35605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000"/>
                <a:t>優</a:t>
              </a:r>
            </a:p>
          </p:txBody>
        </p:sp>
        <p:sp>
          <p:nvSpPr>
            <p:cNvPr id="104" name="正方形/長方形 103">
              <a:extLst>
                <a:ext uri="{FF2B5EF4-FFF2-40B4-BE49-F238E27FC236}">
                  <a16:creationId xmlns:a16="http://schemas.microsoft.com/office/drawing/2014/main" id="{FC48A70D-BA71-F6A3-C3D0-5AFCB5D35293}"/>
                </a:ext>
              </a:extLst>
            </p:cNvPr>
            <p:cNvSpPr/>
            <p:nvPr/>
          </p:nvSpPr>
          <p:spPr>
            <a:xfrm rot="20834765" flipH="1">
              <a:off x="3713958" y="4862399"/>
              <a:ext cx="356051" cy="356052"/>
            </a:xfrm>
            <a:prstGeom prst="rect">
              <a:avLst/>
            </a:prstGeom>
            <a:solidFill>
              <a:schemeClr val="tx1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2000">
                  <a:solidFill>
                    <a:schemeClr val="tx1"/>
                  </a:solidFill>
                </a:rPr>
                <a:t>劣</a:t>
              </a:r>
            </a:p>
          </p:txBody>
        </p:sp>
        <p:sp>
          <p:nvSpPr>
            <p:cNvPr id="134" name="六角形 133">
              <a:extLst>
                <a:ext uri="{FF2B5EF4-FFF2-40B4-BE49-F238E27FC236}">
                  <a16:creationId xmlns:a16="http://schemas.microsoft.com/office/drawing/2014/main" id="{FE475667-A7CB-4D5E-D47D-8DAB9CA84C7A}"/>
                </a:ext>
              </a:extLst>
            </p:cNvPr>
            <p:cNvSpPr/>
            <p:nvPr/>
          </p:nvSpPr>
          <p:spPr>
            <a:xfrm>
              <a:off x="2120055" y="6212501"/>
              <a:ext cx="1060702" cy="304061"/>
            </a:xfrm>
            <a:prstGeom prst="hexagon">
              <a:avLst/>
            </a:prstGeom>
            <a:solidFill>
              <a:schemeClr val="tx1">
                <a:lumMod val="75000"/>
              </a:schemeClr>
            </a:solidFill>
            <a:ln w="12700">
              <a:solidFill>
                <a:schemeClr val="tx1">
                  <a:lumMod val="1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05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残り</a:t>
              </a:r>
              <a:r>
                <a:rPr kumimoji="1" lang="en-US" altLang="ja-JP" sz="16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10</a:t>
              </a:r>
              <a:r>
                <a:rPr kumimoji="1" lang="en-US" altLang="ja-JP" sz="1200">
                  <a:latin typeface="KaitouYokokuGothic Heavy" panose="020B0A00000000000000" pitchFamily="34" charset="0"/>
                  <a:ea typeface="KaitouYokokuGothic Heavy" panose="020B0A00000000000000" pitchFamily="34" charset="0"/>
                </a:rPr>
                <a:t>s</a:t>
              </a:r>
              <a:endParaRPr kumimoji="1" lang="ja-JP" altLang="en-US" sz="1200">
                <a:latin typeface="KaitouYokokuGothic Heavy" panose="020B0A00000000000000" pitchFamily="34" charset="0"/>
                <a:ea typeface="KaitouYokokuGothic Heavy" panose="020B0A00000000000000" pitchFamily="34" charset="0"/>
              </a:endParaRPr>
            </a:p>
          </p:txBody>
        </p:sp>
        <p:cxnSp>
          <p:nvCxnSpPr>
            <p:cNvPr id="142" name="直線コネクタ 141">
              <a:extLst>
                <a:ext uri="{FF2B5EF4-FFF2-40B4-BE49-F238E27FC236}">
                  <a16:creationId xmlns:a16="http://schemas.microsoft.com/office/drawing/2014/main" id="{B2CAAFE4-FDC4-7AE4-1019-1B0E3741F4B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65894" y="4536458"/>
              <a:ext cx="47905" cy="1119415"/>
            </a:xfrm>
            <a:prstGeom prst="line">
              <a:avLst/>
            </a:prstGeom>
            <a:ln w="63500">
              <a:solidFill>
                <a:schemeClr val="bg1">
                  <a:lumMod val="10000"/>
                  <a:lumOff val="90000"/>
                </a:schemeClr>
              </a:solidFill>
              <a:prstDash val="sysDot"/>
              <a:headEnd type="oval"/>
              <a:tailEnd type="none"/>
            </a:ln>
            <a:effectLst>
              <a:glow rad="63500">
                <a:schemeClr val="tx1">
                  <a:lumMod val="25000"/>
                  <a:alpha val="40000"/>
                </a:schemeClr>
              </a:glo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C7CA8E-6D6F-CF6F-ED6D-B4F9BC36F25F}"/>
              </a:ext>
            </a:extLst>
          </p:cNvPr>
          <p:cNvSpPr txBox="1"/>
          <p:nvPr/>
        </p:nvSpPr>
        <p:spPr>
          <a:xfrm>
            <a:off x="249066" y="262876"/>
            <a:ext cx="43861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相手のオフダを</a:t>
            </a:r>
            <a:br>
              <a:rPr kumimoji="1" lang="en-US" altLang="ja-JP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無力化して、</a:t>
            </a:r>
            <a:endParaRPr kumimoji="1" lang="ja-JP" altLang="en-US" sz="5400">
              <a:solidFill>
                <a:schemeClr val="bg1"/>
              </a:solidFill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73B3376-BC3D-2133-F0D4-62DE5E7975A4}"/>
              </a:ext>
            </a:extLst>
          </p:cNvPr>
          <p:cNvSpPr txBox="1"/>
          <p:nvPr/>
        </p:nvSpPr>
        <p:spPr>
          <a:xfrm>
            <a:off x="6107462" y="3640569"/>
            <a:ext cx="30027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ハコを</a:t>
            </a:r>
            <a:br>
              <a:rPr kumimoji="1" lang="en-US" altLang="ja-JP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占領しろ！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1B6D47E9-F4C4-51CB-E3DA-87F932FF28C9}"/>
              </a:ext>
            </a:extLst>
          </p:cNvPr>
          <p:cNvGrpSpPr/>
          <p:nvPr/>
        </p:nvGrpSpPr>
        <p:grpSpPr>
          <a:xfrm>
            <a:off x="5960608" y="5095770"/>
            <a:ext cx="3296452" cy="1501440"/>
            <a:chOff x="163277" y="1666837"/>
            <a:chExt cx="1806553" cy="2960197"/>
          </a:xfrm>
        </p:grpSpPr>
        <p:grpSp>
          <p:nvGrpSpPr>
            <p:cNvPr id="111" name="グループ化 110">
              <a:extLst>
                <a:ext uri="{FF2B5EF4-FFF2-40B4-BE49-F238E27FC236}">
                  <a16:creationId xmlns:a16="http://schemas.microsoft.com/office/drawing/2014/main" id="{805287D9-9C3B-34B7-7472-764FFFC4AEF4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14" name="四角形: 上の 2 つの角を丸める 113">
                <a:extLst>
                  <a:ext uri="{FF2B5EF4-FFF2-40B4-BE49-F238E27FC236}">
                    <a16:creationId xmlns:a16="http://schemas.microsoft.com/office/drawing/2014/main" id="{FB12F1A8-19A5-1081-6C9A-EA1B02A191B3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1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上の 2 つの角を丸める 114">
                <a:extLst>
                  <a:ext uri="{FF2B5EF4-FFF2-40B4-BE49-F238E27FC236}">
                    <a16:creationId xmlns:a16="http://schemas.microsoft.com/office/drawing/2014/main" id="{7082B45E-2C59-40B8-E4EF-5E00C31D5EEF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2" name="テキスト ボックス 111">
              <a:extLst>
                <a:ext uri="{FF2B5EF4-FFF2-40B4-BE49-F238E27FC236}">
                  <a16:creationId xmlns:a16="http://schemas.microsoft.com/office/drawing/2014/main" id="{E4C00868-8953-B8A3-8166-451550ABE5D2}"/>
                </a:ext>
              </a:extLst>
            </p:cNvPr>
            <p:cNvSpPr txBox="1"/>
            <p:nvPr/>
          </p:nvSpPr>
          <p:spPr>
            <a:xfrm>
              <a:off x="664554" y="1732792"/>
              <a:ext cx="803997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n-ea"/>
                </a:rPr>
                <a:t>諦めるな！</a:t>
              </a:r>
              <a:endParaRPr kumimoji="1" lang="ja-JP" altLang="en-US" sz="3200">
                <a:latin typeface="+mn-ea"/>
              </a:endParaRPr>
            </a:p>
          </p:txBody>
        </p:sp>
        <p:sp>
          <p:nvSpPr>
            <p:cNvPr id="113" name="テキスト ボックス 112">
              <a:extLst>
                <a:ext uri="{FF2B5EF4-FFF2-40B4-BE49-F238E27FC236}">
                  <a16:creationId xmlns:a16="http://schemas.microsoft.com/office/drawing/2014/main" id="{1F081598-1A4B-CB9C-2959-4FC14BA0C09B}"/>
                </a:ext>
              </a:extLst>
            </p:cNvPr>
            <p:cNvSpPr txBox="1"/>
            <p:nvPr/>
          </p:nvSpPr>
          <p:spPr>
            <a:xfrm>
              <a:off x="179631" y="2826833"/>
              <a:ext cx="1773853" cy="1456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latin typeface="+mn-ea"/>
                </a:rPr>
                <a:t>侵略されても、</a:t>
              </a:r>
              <a:r>
                <a:rPr kumimoji="1" lang="ja-JP" altLang="en-US" sz="1400" u="sng">
                  <a:latin typeface="+mn-ea"/>
                </a:rPr>
                <a:t>オフダで召喚</a:t>
              </a:r>
              <a:r>
                <a:rPr kumimoji="1" lang="ja-JP" altLang="en-US" sz="1400">
                  <a:latin typeface="+mn-ea"/>
                </a:rPr>
                <a:t>すれば、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「オシカエシ」できるぞ！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時間まで</a:t>
              </a:r>
              <a:r>
                <a:rPr kumimoji="1" lang="ja-JP" altLang="en-US" sz="1400" u="sng">
                  <a:latin typeface="+mn-ea"/>
                </a:rPr>
                <a:t>粘れば戦闘再開</a:t>
              </a:r>
              <a:r>
                <a:rPr kumimoji="1" lang="ja-JP" altLang="en-US" sz="1400">
                  <a:latin typeface="+mn-ea"/>
                </a:rPr>
                <a:t>だ！</a:t>
              </a:r>
              <a:endParaRPr kumimoji="1" lang="ja-JP" altLang="en-US" sz="2000">
                <a:latin typeface="+mn-ea"/>
              </a:endParaRPr>
            </a:p>
          </p:txBody>
        </p:sp>
      </p:grpSp>
      <p:grpSp>
        <p:nvGrpSpPr>
          <p:cNvPr id="122" name="グループ化 121">
            <a:extLst>
              <a:ext uri="{FF2B5EF4-FFF2-40B4-BE49-F238E27FC236}">
                <a16:creationId xmlns:a16="http://schemas.microsoft.com/office/drawing/2014/main" id="{0D2C9BE0-FDFB-0931-52C4-1D2E39B695F4}"/>
              </a:ext>
            </a:extLst>
          </p:cNvPr>
          <p:cNvGrpSpPr/>
          <p:nvPr/>
        </p:nvGrpSpPr>
        <p:grpSpPr>
          <a:xfrm>
            <a:off x="793908" y="1731906"/>
            <a:ext cx="3296452" cy="1501440"/>
            <a:chOff x="163277" y="1666837"/>
            <a:chExt cx="1806553" cy="2960197"/>
          </a:xfrm>
        </p:grpSpPr>
        <p:grpSp>
          <p:nvGrpSpPr>
            <p:cNvPr id="123" name="グループ化 122">
              <a:extLst>
                <a:ext uri="{FF2B5EF4-FFF2-40B4-BE49-F238E27FC236}">
                  <a16:creationId xmlns:a16="http://schemas.microsoft.com/office/drawing/2014/main" id="{18DCFE60-897E-23B5-E118-FD825C361365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26" name="四角形: 上の 2 つの角を丸める 125">
                <a:extLst>
                  <a:ext uri="{FF2B5EF4-FFF2-40B4-BE49-F238E27FC236}">
                    <a16:creationId xmlns:a16="http://schemas.microsoft.com/office/drawing/2014/main" id="{3E4DA57F-6CBB-3360-3606-748C0F688DEA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3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27" name="四角形: 上の 2 つの角を丸める 126">
                <a:extLst>
                  <a:ext uri="{FF2B5EF4-FFF2-40B4-BE49-F238E27FC236}">
                    <a16:creationId xmlns:a16="http://schemas.microsoft.com/office/drawing/2014/main" id="{853A0600-9342-E25C-21CC-5CC220D49313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32BA98FE-A044-91ED-C4BA-1DEBB3992E8E}"/>
                </a:ext>
              </a:extLst>
            </p:cNvPr>
            <p:cNvSpPr txBox="1"/>
            <p:nvPr/>
          </p:nvSpPr>
          <p:spPr>
            <a:xfrm>
              <a:off x="594275" y="1732792"/>
              <a:ext cx="944556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bg1"/>
                  </a:solidFill>
                  <a:latin typeface="+mj-ea"/>
                  <a:ea typeface="+mj-ea"/>
                </a:rPr>
                <a:t>先手を取れ！</a:t>
              </a:r>
              <a:endParaRPr kumimoji="1" lang="ja-JP" altLang="en-US" sz="3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16B1A165-38C5-BC13-5AF8-2C149E45036F}"/>
                </a:ext>
              </a:extLst>
            </p:cNvPr>
            <p:cNvSpPr txBox="1"/>
            <p:nvPr/>
          </p:nvSpPr>
          <p:spPr>
            <a:xfrm>
              <a:off x="172609" y="2774655"/>
              <a:ext cx="1787910" cy="16383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オフダが</a:t>
              </a:r>
              <a:r>
                <a:rPr kumimoji="1" lang="ja-JP" altLang="en-US" sz="1600" u="sng">
                  <a:solidFill>
                    <a:schemeClr val="bg1"/>
                  </a:solidFill>
                  <a:latin typeface="+mj-ea"/>
                  <a:ea typeface="+mj-ea"/>
                </a:rPr>
                <a:t>貼られていない面</a:t>
              </a:r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なら、</a:t>
              </a:r>
              <a:br>
                <a:rPr kumimoji="1" lang="en-US" altLang="ja-JP" sz="16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600" u="sng">
                  <a:solidFill>
                    <a:schemeClr val="bg1"/>
                  </a:solidFill>
                  <a:latin typeface="+mj-ea"/>
                  <a:ea typeface="+mj-ea"/>
                </a:rPr>
                <a:t>直ぐに侵略</a:t>
              </a:r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を始められる！</a:t>
              </a:r>
              <a:br>
                <a:rPr kumimoji="1" lang="en-US" altLang="ja-JP" sz="16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600">
                  <a:solidFill>
                    <a:schemeClr val="bg1"/>
                  </a:solidFill>
                  <a:latin typeface="+mj-ea"/>
                  <a:ea typeface="+mj-ea"/>
                </a:rPr>
                <a:t>「オシカエシ」に注意！</a:t>
              </a:r>
              <a:endParaRPr kumimoji="1" lang="ja-JP" altLang="en-US" sz="24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240E28DB-6563-0C25-B7BE-59484CA28FCA}"/>
              </a:ext>
            </a:extLst>
          </p:cNvPr>
          <p:cNvGrpSpPr/>
          <p:nvPr/>
        </p:nvGrpSpPr>
        <p:grpSpPr>
          <a:xfrm>
            <a:off x="849109" y="3633138"/>
            <a:ext cx="4408912" cy="884798"/>
            <a:chOff x="4872567" y="1295251"/>
            <a:chExt cx="2180166" cy="838200"/>
          </a:xfrm>
          <a:effectLst>
            <a:glow rad="63500">
              <a:schemeClr val="tx1">
                <a:alpha val="40000"/>
              </a:schemeClr>
            </a:glow>
          </a:effectLst>
        </p:grpSpPr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0F379B21-49AC-4D2E-8597-933EDC7E5328}"/>
                </a:ext>
              </a:extLst>
            </p:cNvPr>
            <p:cNvSpPr/>
            <p:nvPr/>
          </p:nvSpPr>
          <p:spPr>
            <a:xfrm>
              <a:off x="4872567" y="1295251"/>
              <a:ext cx="2180166" cy="351516"/>
            </a:xfrm>
            <a:prstGeom prst="round2SameRect">
              <a:avLst/>
            </a:prstGeom>
            <a:solidFill>
              <a:schemeClr val="bg1">
                <a:lumMod val="10000"/>
                <a:lumOff val="90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BC025580-8CF4-F25D-A907-3B19488CEAA2}"/>
                </a:ext>
              </a:extLst>
            </p:cNvPr>
            <p:cNvSpPr/>
            <p:nvPr/>
          </p:nvSpPr>
          <p:spPr>
            <a:xfrm flipV="1">
              <a:off x="4872567" y="1646767"/>
              <a:ext cx="2180166" cy="486684"/>
            </a:xfrm>
            <a:prstGeom prst="round2SameRect">
              <a:avLst/>
            </a:prstGeom>
            <a:solidFill>
              <a:schemeClr val="tx1">
                <a:lumMod val="75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</p:grp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D4E70C50-5F1F-4E63-623E-8D25A15DEF5E}"/>
              </a:ext>
            </a:extLst>
          </p:cNvPr>
          <p:cNvSpPr txBox="1"/>
          <p:nvPr/>
        </p:nvSpPr>
        <p:spPr>
          <a:xfrm>
            <a:off x="2828413" y="3611743"/>
            <a:ext cx="450304" cy="3358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占領</a:t>
            </a:r>
            <a:endParaRPr kumimoji="1" lang="ja-JP" altLang="en-US" sz="3200">
              <a:solidFill>
                <a:schemeClr val="tx1">
                  <a:lumMod val="1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0A8701FD-1068-429B-EAAD-AC5DBA037038}"/>
              </a:ext>
            </a:extLst>
          </p:cNvPr>
          <p:cNvSpPr txBox="1"/>
          <p:nvPr/>
        </p:nvSpPr>
        <p:spPr>
          <a:xfrm>
            <a:off x="941449" y="4110165"/>
            <a:ext cx="4224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n-ea"/>
              </a:rPr>
              <a:t>時間内に「リョウイキ」を押し切れば占領完了！</a:t>
            </a:r>
            <a:endParaRPr kumimoji="1" lang="ja-JP" altLang="en-US" sz="2000">
              <a:solidFill>
                <a:schemeClr val="tx1">
                  <a:lumMod val="10000"/>
                </a:schemeClr>
              </a:solidFill>
              <a:latin typeface="+mn-ea"/>
            </a:endParaRPr>
          </a:p>
        </p:txBody>
      </p:sp>
      <p:pic>
        <p:nvPicPr>
          <p:cNvPr id="81" name="図 80">
            <a:extLst>
              <a:ext uri="{FF2B5EF4-FFF2-40B4-BE49-F238E27FC236}">
                <a16:creationId xmlns:a16="http://schemas.microsoft.com/office/drawing/2014/main" id="{DEFF7649-E9EA-A806-5996-CF0E1B9DF35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5814" y="435205"/>
            <a:ext cx="4339779" cy="3156792"/>
          </a:xfrm>
          <a:prstGeom prst="rect">
            <a:avLst/>
          </a:prstGeom>
        </p:spPr>
      </p:pic>
      <p:cxnSp>
        <p:nvCxnSpPr>
          <p:cNvPr id="108" name="直線コネクタ 107">
            <a:extLst>
              <a:ext uri="{FF2B5EF4-FFF2-40B4-BE49-F238E27FC236}">
                <a16:creationId xmlns:a16="http://schemas.microsoft.com/office/drawing/2014/main" id="{AF1037E6-19E3-7ADD-553F-1BAA578DEE6C}"/>
              </a:ext>
            </a:extLst>
          </p:cNvPr>
          <p:cNvCxnSpPr>
            <a:cxnSpLocks/>
            <a:endCxn id="97" idx="3"/>
          </p:cNvCxnSpPr>
          <p:nvPr/>
        </p:nvCxnSpPr>
        <p:spPr>
          <a:xfrm flipH="1" flipV="1">
            <a:off x="7282663" y="1155534"/>
            <a:ext cx="561175" cy="307777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3" name="グループ化 102">
            <a:extLst>
              <a:ext uri="{FF2B5EF4-FFF2-40B4-BE49-F238E27FC236}">
                <a16:creationId xmlns:a16="http://schemas.microsoft.com/office/drawing/2014/main" id="{486546AC-B43F-F77B-A147-9E82552C7567}"/>
              </a:ext>
            </a:extLst>
          </p:cNvPr>
          <p:cNvGrpSpPr/>
          <p:nvPr/>
        </p:nvGrpSpPr>
        <p:grpSpPr>
          <a:xfrm>
            <a:off x="5078207" y="249341"/>
            <a:ext cx="4408912" cy="906193"/>
            <a:chOff x="5102022" y="225526"/>
            <a:chExt cx="4408912" cy="906193"/>
          </a:xfrm>
        </p:grpSpPr>
        <p:grpSp>
          <p:nvGrpSpPr>
            <p:cNvPr id="95" name="グループ化 94">
              <a:extLst>
                <a:ext uri="{FF2B5EF4-FFF2-40B4-BE49-F238E27FC236}">
                  <a16:creationId xmlns:a16="http://schemas.microsoft.com/office/drawing/2014/main" id="{3BBA6D83-59F7-A5F8-C2F6-A28418DBFF43}"/>
                </a:ext>
              </a:extLst>
            </p:cNvPr>
            <p:cNvGrpSpPr/>
            <p:nvPr/>
          </p:nvGrpSpPr>
          <p:grpSpPr>
            <a:xfrm>
              <a:off x="5102022" y="246921"/>
              <a:ext cx="4408912" cy="884798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96" name="四角形: 上の 2 つの角を丸める 95">
                <a:extLst>
                  <a:ext uri="{FF2B5EF4-FFF2-40B4-BE49-F238E27FC236}">
                    <a16:creationId xmlns:a16="http://schemas.microsoft.com/office/drawing/2014/main" id="{5B46C47F-7D5C-F1EE-D108-C7053123CDB1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  <p:sp>
            <p:nvSpPr>
              <p:cNvPr id="97" name="四角形: 上の 2 つの角を丸める 96">
                <a:extLst>
                  <a:ext uri="{FF2B5EF4-FFF2-40B4-BE49-F238E27FC236}">
                    <a16:creationId xmlns:a16="http://schemas.microsoft.com/office/drawing/2014/main" id="{0AB44485-AA43-F081-B69E-A8577D8BA327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</p:grp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787ACF1B-57E1-19DA-1F01-A1CDC1E59B93}"/>
                </a:ext>
              </a:extLst>
            </p:cNvPr>
            <p:cNvSpPr txBox="1"/>
            <p:nvPr/>
          </p:nvSpPr>
          <p:spPr>
            <a:xfrm>
              <a:off x="6829425" y="225526"/>
              <a:ext cx="954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無力化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101" name="テキスト ボックス 100">
              <a:extLst>
                <a:ext uri="{FF2B5EF4-FFF2-40B4-BE49-F238E27FC236}">
                  <a16:creationId xmlns:a16="http://schemas.microsoft.com/office/drawing/2014/main" id="{15230AD9-FC1E-5D45-D595-43DE55ACF67D}"/>
                </a:ext>
              </a:extLst>
            </p:cNvPr>
            <p:cNvSpPr txBox="1"/>
            <p:nvPr/>
          </p:nvSpPr>
          <p:spPr>
            <a:xfrm>
              <a:off x="5239250" y="723948"/>
              <a:ext cx="41344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相手のオフダに攻撃し、自陣の色に塗りつぶせ！</a:t>
              </a:r>
              <a:endParaRPr kumimoji="1" lang="ja-JP" altLang="en-US" sz="20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sp>
        <p:nvSpPr>
          <p:cNvPr id="135" name="テキスト ボックス 134">
            <a:extLst>
              <a:ext uri="{FF2B5EF4-FFF2-40B4-BE49-F238E27FC236}">
                <a16:creationId xmlns:a16="http://schemas.microsoft.com/office/drawing/2014/main" id="{6BCB08B8-9944-9FC0-52FC-6B543E59052D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ゲームシステム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4/6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51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4D30AD-BCCB-6BF4-50F4-79EEF548D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F87A155-B5CF-F753-00F4-C942F59C7128}"/>
              </a:ext>
            </a:extLst>
          </p:cNvPr>
          <p:cNvSpPr/>
          <p:nvPr/>
        </p:nvSpPr>
        <p:spPr>
          <a:xfrm>
            <a:off x="3767138" y="0"/>
            <a:ext cx="6138863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87BCA11-6975-B539-0BEE-60FFE8E009C6}"/>
              </a:ext>
            </a:extLst>
          </p:cNvPr>
          <p:cNvSpPr/>
          <p:nvPr/>
        </p:nvSpPr>
        <p:spPr>
          <a:xfrm>
            <a:off x="0" y="3429000"/>
            <a:ext cx="9906001" cy="3429000"/>
          </a:xfrm>
          <a:prstGeom prst="rect">
            <a:avLst/>
          </a:prstGeom>
          <a:solidFill>
            <a:schemeClr val="tx1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CF3A37-F1F0-5612-B206-68EF10C407E6}"/>
              </a:ext>
            </a:extLst>
          </p:cNvPr>
          <p:cNvSpPr txBox="1"/>
          <p:nvPr/>
        </p:nvSpPr>
        <p:spPr>
          <a:xfrm>
            <a:off x="5323173" y="2580362"/>
            <a:ext cx="302679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占領して、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889AC35-C389-6BCD-F56B-41D0E501480E}"/>
              </a:ext>
            </a:extLst>
          </p:cNvPr>
          <p:cNvSpPr txBox="1"/>
          <p:nvPr/>
        </p:nvSpPr>
        <p:spPr>
          <a:xfrm>
            <a:off x="2806418" y="5946250"/>
            <a:ext cx="42931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決着を付けろ！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94818B5-9A41-2301-F982-F8EA7E6AE512}"/>
              </a:ext>
            </a:extLst>
          </p:cNvPr>
          <p:cNvSpPr txBox="1"/>
          <p:nvPr/>
        </p:nvSpPr>
        <p:spPr>
          <a:xfrm>
            <a:off x="-206515" y="-61888"/>
            <a:ext cx="269208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ゲームフロー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5/6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9024EAD-4E59-215C-9879-E5D075FE7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90" y="261929"/>
            <a:ext cx="3464950" cy="2520434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0C0E699-91BA-5E3A-4151-6C9B80441ADD}"/>
              </a:ext>
            </a:extLst>
          </p:cNvPr>
          <p:cNvSpPr txBox="1"/>
          <p:nvPr/>
        </p:nvSpPr>
        <p:spPr>
          <a:xfrm>
            <a:off x="751986" y="2580362"/>
            <a:ext cx="23743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戦って、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A67BA39F-AC50-D92B-E4F1-29914C7341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-25000"/>
                    </a14:imgEffect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3749" y="230901"/>
            <a:ext cx="2837086" cy="2064629"/>
          </a:xfrm>
          <a:prstGeom prst="rect">
            <a:avLst/>
          </a:prstGeom>
        </p:spPr>
      </p:pic>
      <p:pic>
        <p:nvPicPr>
          <p:cNvPr id="72" name="図 71">
            <a:extLst>
              <a:ext uri="{FF2B5EF4-FFF2-40B4-BE49-F238E27FC236}">
                <a16:creationId xmlns:a16="http://schemas.microsoft.com/office/drawing/2014/main" id="{8FC44373-C709-F980-8DA3-94DCDD5B58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29" y="509585"/>
            <a:ext cx="3163773" cy="2301356"/>
          </a:xfrm>
          <a:prstGeom prst="rect">
            <a:avLst/>
          </a:prstGeom>
          <a:effectLst>
            <a:glow rad="88900">
              <a:schemeClr val="tx1">
                <a:alpha val="60000"/>
              </a:schemeClr>
            </a:glow>
          </a:effectLst>
        </p:spPr>
      </p:pic>
      <p:pic>
        <p:nvPicPr>
          <p:cNvPr id="74" name="図 73">
            <a:extLst>
              <a:ext uri="{FF2B5EF4-FFF2-40B4-BE49-F238E27FC236}">
                <a16:creationId xmlns:a16="http://schemas.microsoft.com/office/drawing/2014/main" id="{D8C728AF-FBCA-89A6-7FB5-2A27C8970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088650">
            <a:off x="5551728" y="1148651"/>
            <a:ext cx="1090281" cy="1679453"/>
          </a:xfrm>
          <a:prstGeom prst="rect">
            <a:avLst/>
          </a:prstGeom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78" name="図 77">
            <a:extLst>
              <a:ext uri="{FF2B5EF4-FFF2-40B4-BE49-F238E27FC236}">
                <a16:creationId xmlns:a16="http://schemas.microsoft.com/office/drawing/2014/main" id="{8AC84366-4B36-C32A-669B-74CD65C372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24959">
            <a:off x="188698" y="3734565"/>
            <a:ext cx="2875423" cy="1617425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80" name="図 79">
            <a:extLst>
              <a:ext uri="{FF2B5EF4-FFF2-40B4-BE49-F238E27FC236}">
                <a16:creationId xmlns:a16="http://schemas.microsoft.com/office/drawing/2014/main" id="{E332D1DE-1BDB-EF56-074D-927FAB82286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6278" y="4169208"/>
            <a:ext cx="2778811" cy="1563081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82" name="図 81">
            <a:extLst>
              <a:ext uri="{FF2B5EF4-FFF2-40B4-BE49-F238E27FC236}">
                <a16:creationId xmlns:a16="http://schemas.microsoft.com/office/drawing/2014/main" id="{53334159-2FE5-5645-F048-BCE66F98F61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002056">
            <a:off x="6233735" y="3812869"/>
            <a:ext cx="2199717" cy="1237341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8ECE20E3-4FD0-C43C-4D7C-9DDE07279AA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63658" flipV="1">
            <a:off x="2810685" y="3332347"/>
            <a:ext cx="1514990" cy="1162498"/>
          </a:xfrm>
          <a:prstGeom prst="rect">
            <a:avLst/>
          </a:prstGeom>
          <a:effectLst>
            <a:glow rad="63500">
              <a:schemeClr val="bg1">
                <a:lumMod val="10000"/>
                <a:lumOff val="90000"/>
                <a:alpha val="40000"/>
              </a:schemeClr>
            </a:glow>
          </a:effectLst>
        </p:spPr>
      </p:pic>
      <p:pic>
        <p:nvPicPr>
          <p:cNvPr id="90" name="図 89">
            <a:extLst>
              <a:ext uri="{FF2B5EF4-FFF2-40B4-BE49-F238E27FC236}">
                <a16:creationId xmlns:a16="http://schemas.microsoft.com/office/drawing/2014/main" id="{945C84ED-1522-7CAE-FEF8-0AFC107DEC5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7808333" flipV="1">
            <a:off x="5381005" y="3447207"/>
            <a:ext cx="1514990" cy="1162498"/>
          </a:xfrm>
          <a:prstGeom prst="rect">
            <a:avLst/>
          </a:prstGeom>
          <a:effectLst>
            <a:glow rad="63500">
              <a:schemeClr val="bg1">
                <a:lumMod val="10000"/>
                <a:lumOff val="90000"/>
                <a:alpha val="40000"/>
              </a:schemeClr>
            </a:glow>
          </a:effectLst>
        </p:spPr>
      </p:pic>
      <p:cxnSp>
        <p:nvCxnSpPr>
          <p:cNvPr id="101" name="直線コネクタ 100">
            <a:extLst>
              <a:ext uri="{FF2B5EF4-FFF2-40B4-BE49-F238E27FC236}">
                <a16:creationId xmlns:a16="http://schemas.microsoft.com/office/drawing/2014/main" id="{65051BBF-37DB-AFBE-91C1-C064E50DB853}"/>
              </a:ext>
            </a:extLst>
          </p:cNvPr>
          <p:cNvCxnSpPr>
            <a:cxnSpLocks/>
            <a:endCxn id="97" idx="0"/>
          </p:cNvCxnSpPr>
          <p:nvPr/>
        </p:nvCxnSpPr>
        <p:spPr>
          <a:xfrm flipH="1">
            <a:off x="1463791" y="4733925"/>
            <a:ext cx="145934" cy="958622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prstDash val="sysDot"/>
            <a:headEnd type="oval"/>
            <a:tailEnd type="none"/>
          </a:ln>
          <a:effectLst>
            <a:glow rad="63500">
              <a:schemeClr val="tx1">
                <a:lumMod val="25000"/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0" name="グループ化 99">
            <a:extLst>
              <a:ext uri="{FF2B5EF4-FFF2-40B4-BE49-F238E27FC236}">
                <a16:creationId xmlns:a16="http://schemas.microsoft.com/office/drawing/2014/main" id="{7CA01423-16CE-6586-8A4C-D3BDA0A2A8E4}"/>
              </a:ext>
            </a:extLst>
          </p:cNvPr>
          <p:cNvGrpSpPr/>
          <p:nvPr/>
        </p:nvGrpSpPr>
        <p:grpSpPr>
          <a:xfrm>
            <a:off x="217719" y="5692547"/>
            <a:ext cx="2492142" cy="891002"/>
            <a:chOff x="236771" y="5692547"/>
            <a:chExt cx="2492142" cy="891002"/>
          </a:xfrm>
        </p:grpSpPr>
        <p:grpSp>
          <p:nvGrpSpPr>
            <p:cNvPr id="93" name="グループ化 92">
              <a:extLst>
                <a:ext uri="{FF2B5EF4-FFF2-40B4-BE49-F238E27FC236}">
                  <a16:creationId xmlns:a16="http://schemas.microsoft.com/office/drawing/2014/main" id="{CF5C0B47-24EF-AD70-6585-BB414675E631}"/>
                </a:ext>
              </a:extLst>
            </p:cNvPr>
            <p:cNvGrpSpPr/>
            <p:nvPr/>
          </p:nvGrpSpPr>
          <p:grpSpPr>
            <a:xfrm>
              <a:off x="236771" y="5698751"/>
              <a:ext cx="2492142" cy="884798"/>
              <a:chOff x="4872567" y="1295251"/>
              <a:chExt cx="2180166" cy="838200"/>
            </a:xfrm>
            <a:effectLst>
              <a:glow rad="63500">
                <a:schemeClr val="tx1">
                  <a:alpha val="40000"/>
                </a:schemeClr>
              </a:glow>
            </a:effectLst>
          </p:grpSpPr>
          <p:sp>
            <p:nvSpPr>
              <p:cNvPr id="94" name="四角形: 上の 2 つの角を丸める 93">
                <a:extLst>
                  <a:ext uri="{FF2B5EF4-FFF2-40B4-BE49-F238E27FC236}">
                    <a16:creationId xmlns:a16="http://schemas.microsoft.com/office/drawing/2014/main" id="{6E928385-958F-5A19-EFC0-D13940A9E595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51516"/>
              </a:xfrm>
              <a:prstGeom prst="round2Same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  <p:sp>
            <p:nvSpPr>
              <p:cNvPr id="95" name="四角形: 上の 2 つの角を丸める 94">
                <a:extLst>
                  <a:ext uri="{FF2B5EF4-FFF2-40B4-BE49-F238E27FC236}">
                    <a16:creationId xmlns:a16="http://schemas.microsoft.com/office/drawing/2014/main" id="{51C91D96-C0D6-E8B5-F64A-107E31B0D19A}"/>
                  </a:ext>
                </a:extLst>
              </p:cNvPr>
              <p:cNvSpPr/>
              <p:nvPr/>
            </p:nvSpPr>
            <p:spPr>
              <a:xfrm flipV="1">
                <a:off x="4872567" y="1646767"/>
                <a:ext cx="2180166" cy="486684"/>
              </a:xfrm>
              <a:prstGeom prst="round2SameRect">
                <a:avLst/>
              </a:prstGeom>
              <a:solidFill>
                <a:schemeClr val="tx1">
                  <a:lumMod val="75000"/>
                </a:schemeClr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/>
              </a:p>
            </p:txBody>
          </p:sp>
        </p:grpSp>
        <p:sp>
          <p:nvSpPr>
            <p:cNvPr id="97" name="テキスト ボックス 96">
              <a:extLst>
                <a:ext uri="{FF2B5EF4-FFF2-40B4-BE49-F238E27FC236}">
                  <a16:creationId xmlns:a16="http://schemas.microsoft.com/office/drawing/2014/main" id="{8DED3392-B07A-CFD6-EBC8-EEB32B141211}"/>
                </a:ext>
              </a:extLst>
            </p:cNvPr>
            <p:cNvSpPr txBox="1"/>
            <p:nvPr/>
          </p:nvSpPr>
          <p:spPr>
            <a:xfrm>
              <a:off x="621068" y="5692547"/>
              <a:ext cx="172354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tx1">
                      <a:lumMod val="10000"/>
                    </a:schemeClr>
                  </a:solidFill>
                  <a:latin typeface="+mj-ea"/>
                  <a:ea typeface="+mj-ea"/>
                </a:rPr>
                <a:t>決着メーター</a:t>
              </a:r>
              <a:endParaRPr kumimoji="1" lang="ja-JP" altLang="en-US" sz="32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9" name="テキスト ボックス 98">
              <a:extLst>
                <a:ext uri="{FF2B5EF4-FFF2-40B4-BE49-F238E27FC236}">
                  <a16:creationId xmlns:a16="http://schemas.microsoft.com/office/drawing/2014/main" id="{FE747BE3-94D7-2A9E-EB7B-9F085B4F4789}"/>
                </a:ext>
              </a:extLst>
            </p:cNvPr>
            <p:cNvSpPr txBox="1"/>
            <p:nvPr/>
          </p:nvSpPr>
          <p:spPr>
            <a:xfrm>
              <a:off x="492827" y="6190969"/>
              <a:ext cx="198003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solidFill>
                    <a:schemeClr val="tx1">
                      <a:lumMod val="10000"/>
                    </a:schemeClr>
                  </a:solidFill>
                  <a:latin typeface="+mn-ea"/>
                </a:rPr>
                <a:t>占領の度合いを表す。</a:t>
              </a:r>
              <a:endParaRPr kumimoji="1" lang="ja-JP" altLang="en-US" sz="2000">
                <a:solidFill>
                  <a:schemeClr val="tx1">
                    <a:lumMod val="10000"/>
                  </a:schemeClr>
                </a:solidFill>
                <a:latin typeface="+mn-ea"/>
              </a:endParaRPr>
            </a:p>
          </p:txBody>
        </p:sp>
      </p:grpSp>
      <p:pic>
        <p:nvPicPr>
          <p:cNvPr id="111" name="図 110">
            <a:extLst>
              <a:ext uri="{FF2B5EF4-FFF2-40B4-BE49-F238E27FC236}">
                <a16:creationId xmlns:a16="http://schemas.microsoft.com/office/drawing/2014/main" id="{6910E33C-6880-AB7E-C861-CC104F980DF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8938">
            <a:off x="6968351" y="4900428"/>
            <a:ext cx="2812971" cy="1582296"/>
          </a:xfrm>
          <a:prstGeom prst="rect">
            <a:avLst/>
          </a:prstGeom>
          <a:ln w="19050">
            <a:solidFill>
              <a:schemeClr val="bg1">
                <a:lumMod val="10000"/>
                <a:lumOff val="90000"/>
              </a:schemeClr>
            </a:solidFill>
          </a:ln>
          <a:effectLst>
            <a:glow rad="63500">
              <a:schemeClr val="tx1">
                <a:alpha val="40000"/>
              </a:schemeClr>
            </a:glow>
          </a:effectLst>
        </p:spPr>
      </p:pic>
      <p:pic>
        <p:nvPicPr>
          <p:cNvPr id="92" name="図 91">
            <a:extLst>
              <a:ext uri="{FF2B5EF4-FFF2-40B4-BE49-F238E27FC236}">
                <a16:creationId xmlns:a16="http://schemas.microsoft.com/office/drawing/2014/main" id="{641AEA9C-2D40-804E-FAA3-0619EE33AEC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86005" flipV="1">
            <a:off x="7922591" y="3917839"/>
            <a:ext cx="1171073" cy="1162498"/>
          </a:xfrm>
          <a:prstGeom prst="rect">
            <a:avLst/>
          </a:prstGeom>
          <a:effectLst>
            <a:glow rad="63500">
              <a:schemeClr val="bg1">
                <a:lumMod val="10000"/>
                <a:lumOff val="90000"/>
                <a:alpha val="40000"/>
              </a:schemeClr>
            </a:glow>
          </a:effectLst>
        </p:spPr>
      </p:pic>
      <p:sp>
        <p:nvSpPr>
          <p:cNvPr id="112" name="吹き出し: 角を丸めた四角形 111">
            <a:extLst>
              <a:ext uri="{FF2B5EF4-FFF2-40B4-BE49-F238E27FC236}">
                <a16:creationId xmlns:a16="http://schemas.microsoft.com/office/drawing/2014/main" id="{2A3C1F47-BDE8-4901-B968-C45B873D7E54}"/>
              </a:ext>
            </a:extLst>
          </p:cNvPr>
          <p:cNvSpPr/>
          <p:nvPr/>
        </p:nvSpPr>
        <p:spPr>
          <a:xfrm rot="196692">
            <a:off x="8472344" y="5180652"/>
            <a:ext cx="1180321" cy="754566"/>
          </a:xfrm>
          <a:prstGeom prst="wedgeRoundRectCallout">
            <a:avLst>
              <a:gd name="adj1" fmla="val 18750"/>
              <a:gd name="adj2" fmla="val 71828"/>
              <a:gd name="adj3" fmla="val 16667"/>
            </a:avLst>
          </a:prstGeom>
          <a:solidFill>
            <a:schemeClr val="bg1">
              <a:lumMod val="10000"/>
              <a:lumOff val="9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4" name="テキスト ボックス 113">
            <a:extLst>
              <a:ext uri="{FF2B5EF4-FFF2-40B4-BE49-F238E27FC236}">
                <a16:creationId xmlns:a16="http://schemas.microsoft.com/office/drawing/2014/main" id="{9EC60345-A869-3EA4-C4B4-40EDA79077D3}"/>
              </a:ext>
            </a:extLst>
          </p:cNvPr>
          <p:cNvSpPr txBox="1"/>
          <p:nvPr/>
        </p:nvSpPr>
        <p:spPr>
          <a:xfrm rot="154834">
            <a:off x="8521926" y="5189851"/>
            <a:ext cx="108234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オフダの</a:t>
            </a:r>
            <a:br>
              <a:rPr kumimoji="1" lang="en-US" altLang="ja-JP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</a:br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ランクを</a:t>
            </a:r>
            <a:br>
              <a:rPr kumimoji="1" lang="en-US" altLang="ja-JP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</a:br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上げよう！</a:t>
            </a:r>
            <a:endParaRPr kumimoji="1" lang="ja-JP" altLang="en-US" sz="2000">
              <a:solidFill>
                <a:schemeClr val="tx1">
                  <a:lumMod val="10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59848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8BE71C-DB4B-2755-A4A5-3AEB95295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1C217CC-83C6-C10A-5746-C670FA3ABE07}"/>
              </a:ext>
            </a:extLst>
          </p:cNvPr>
          <p:cNvGrpSpPr>
            <a:grpSpLocks/>
          </p:cNvGrpSpPr>
          <p:nvPr/>
        </p:nvGrpSpPr>
        <p:grpSpPr>
          <a:xfrm flipH="1">
            <a:off x="0" y="-1"/>
            <a:ext cx="9906000" cy="6858001"/>
            <a:chOff x="0" y="-1"/>
            <a:chExt cx="9906000" cy="6858001"/>
          </a:xfrm>
        </p:grpSpPr>
        <p:sp>
          <p:nvSpPr>
            <p:cNvPr id="12" name="フローチャート: 手操作入力 11">
              <a:extLst>
                <a:ext uri="{FF2B5EF4-FFF2-40B4-BE49-F238E27FC236}">
                  <a16:creationId xmlns:a16="http://schemas.microsoft.com/office/drawing/2014/main" id="{A98791DD-B211-EEB0-FC42-697B272D69A7}"/>
                </a:ext>
              </a:extLst>
            </p:cNvPr>
            <p:cNvSpPr>
              <a:spLocks/>
            </p:cNvSpPr>
            <p:nvPr/>
          </p:nvSpPr>
          <p:spPr>
            <a:xfrm flipH="1" flipV="1">
              <a:off x="0" y="-1"/>
              <a:ext cx="9906000" cy="3819525"/>
            </a:xfrm>
            <a:prstGeom prst="flowChartManualInput">
              <a:avLst/>
            </a:prstGeom>
            <a:solidFill>
              <a:schemeClr val="tx1">
                <a:lumMod val="5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ローチャート: 手操作入力 13">
              <a:extLst>
                <a:ext uri="{FF2B5EF4-FFF2-40B4-BE49-F238E27FC236}">
                  <a16:creationId xmlns:a16="http://schemas.microsoft.com/office/drawing/2014/main" id="{B6310DEF-362D-365E-4161-A6AE824C59FD}"/>
                </a:ext>
              </a:extLst>
            </p:cNvPr>
            <p:cNvSpPr>
              <a:spLocks/>
            </p:cNvSpPr>
            <p:nvPr/>
          </p:nvSpPr>
          <p:spPr>
            <a:xfrm>
              <a:off x="0" y="3038475"/>
              <a:ext cx="9906000" cy="3819525"/>
            </a:xfrm>
            <a:prstGeom prst="flowChartManualInput">
              <a:avLst/>
            </a:prstGeom>
            <a:solidFill>
              <a:schemeClr val="tx1">
                <a:lumMod val="75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69EFA91-CA53-4D41-BE0E-1B3F174C860B}"/>
              </a:ext>
            </a:extLst>
          </p:cNvPr>
          <p:cNvSpPr txBox="1"/>
          <p:nvPr/>
        </p:nvSpPr>
        <p:spPr>
          <a:xfrm>
            <a:off x="6927891" y="3767435"/>
            <a:ext cx="249299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見て楽しい</a:t>
            </a:r>
            <a:endParaRPr kumimoji="1" lang="ja-JP" altLang="en-US" sz="4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98B39E4-D80E-F630-886F-461AA45CADC5}"/>
              </a:ext>
            </a:extLst>
          </p:cNvPr>
          <p:cNvSpPr txBox="1"/>
          <p:nvPr/>
        </p:nvSpPr>
        <p:spPr>
          <a:xfrm>
            <a:off x="3706505" y="225892"/>
            <a:ext cx="249299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使用ツール</a:t>
            </a:r>
            <a:endParaRPr kumimoji="1" lang="ja-JP" altLang="en-US" sz="4800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ea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182FF63-DF19-3139-F813-40873F182736}"/>
              </a:ext>
            </a:extLst>
          </p:cNvPr>
          <p:cNvSpPr txBox="1"/>
          <p:nvPr/>
        </p:nvSpPr>
        <p:spPr>
          <a:xfrm>
            <a:off x="12566" y="-61888"/>
            <a:ext cx="29259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開発概要＆マネタイズ</a:t>
            </a:r>
            <a:r>
              <a:rPr kumimoji="1" lang="ja-JP" altLang="en-US" sz="2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　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6/6</a:t>
            </a:r>
            <a:endParaRPr kumimoji="1" lang="ja-JP" altLang="en-US" sz="20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16047A7-5A93-848F-F990-8330CC6BA7C1}"/>
              </a:ext>
            </a:extLst>
          </p:cNvPr>
          <p:cNvSpPr txBox="1"/>
          <p:nvPr/>
        </p:nvSpPr>
        <p:spPr>
          <a:xfrm>
            <a:off x="4168169" y="3549719"/>
            <a:ext cx="156966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低価格</a:t>
            </a:r>
            <a:endParaRPr kumimoji="1" lang="ja-JP" altLang="en-US" sz="4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2C6C6C9-B6C5-8C4D-F6BE-37C984A39EB8}"/>
              </a:ext>
            </a:extLst>
          </p:cNvPr>
          <p:cNvSpPr txBox="1"/>
          <p:nvPr/>
        </p:nvSpPr>
        <p:spPr>
          <a:xfrm>
            <a:off x="245170" y="3322478"/>
            <a:ext cx="2954655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やりこみ要素</a:t>
            </a:r>
            <a:endParaRPr kumimoji="1" lang="ja-JP" altLang="en-US" sz="4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C8CA0D7-4071-01B3-0536-728A4ACFDA4D}"/>
              </a:ext>
            </a:extLst>
          </p:cNvPr>
          <p:cNvSpPr txBox="1"/>
          <p:nvPr/>
        </p:nvSpPr>
        <p:spPr>
          <a:xfrm>
            <a:off x="891863" y="338124"/>
            <a:ext cx="1107996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規模</a:t>
            </a:r>
            <a:endParaRPr kumimoji="1" lang="ja-JP" altLang="en-US" sz="4800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5049525-D150-BD7B-D06C-1C29BE7AE84C}"/>
              </a:ext>
            </a:extLst>
          </p:cNvPr>
          <p:cNvSpPr txBox="1"/>
          <p:nvPr/>
        </p:nvSpPr>
        <p:spPr>
          <a:xfrm>
            <a:off x="6864244" y="113661"/>
            <a:ext cx="2492990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360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n-ea"/>
              </a:rPr>
              <a:t>開発フロー</a:t>
            </a:r>
            <a:endParaRPr kumimoji="1" lang="ja-JP" altLang="en-US" sz="4800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ea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E6243DC-295B-FED6-C933-DBA4A52A6869}"/>
              </a:ext>
            </a:extLst>
          </p:cNvPr>
          <p:cNvSpPr txBox="1"/>
          <p:nvPr/>
        </p:nvSpPr>
        <p:spPr>
          <a:xfrm>
            <a:off x="3475672" y="4260120"/>
            <a:ext cx="17556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定価：</a:t>
            </a:r>
            <a:r>
              <a:rPr kumimoji="1" lang="en-US" altLang="ja-JP" sz="2400" u="sng">
                <a:latin typeface="+mj-ea"/>
                <a:ea typeface="+mj-ea"/>
              </a:rPr>
              <a:t>790</a:t>
            </a:r>
            <a:r>
              <a:rPr kumimoji="1" lang="ja-JP" altLang="en-US" u="sng">
                <a:latin typeface="+mj-ea"/>
                <a:ea typeface="+mj-ea"/>
              </a:rPr>
              <a:t>円</a:t>
            </a:r>
            <a:endParaRPr kumimoji="1" lang="ja-JP" altLang="en-US" sz="2800" u="sng">
              <a:latin typeface="+mj-ea"/>
              <a:ea typeface="+mj-ea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D47C1AF-57C6-E9ED-0C92-AAB227C579FF}"/>
              </a:ext>
            </a:extLst>
          </p:cNvPr>
          <p:cNvSpPr txBox="1"/>
          <p:nvPr/>
        </p:nvSpPr>
        <p:spPr>
          <a:xfrm>
            <a:off x="3475672" y="5622888"/>
            <a:ext cx="21996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リリース：</a:t>
            </a:r>
            <a:r>
              <a:rPr kumimoji="1" lang="en-US" altLang="ja-JP" sz="2400" u="sng">
                <a:latin typeface="+mj-ea"/>
                <a:ea typeface="+mj-ea"/>
              </a:rPr>
              <a:t>500</a:t>
            </a:r>
            <a:r>
              <a:rPr kumimoji="1" lang="ja-JP" altLang="en-US" u="sng">
                <a:latin typeface="+mj-ea"/>
                <a:ea typeface="+mj-ea"/>
              </a:rPr>
              <a:t>円</a:t>
            </a:r>
            <a:endParaRPr kumimoji="1" lang="ja-JP" altLang="en-US" sz="2800" u="sng">
              <a:latin typeface="+mj-ea"/>
              <a:ea typeface="+mj-ea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EA25E80-7639-5196-A147-D078657DEFB1}"/>
              </a:ext>
            </a:extLst>
          </p:cNvPr>
          <p:cNvSpPr txBox="1"/>
          <p:nvPr/>
        </p:nvSpPr>
        <p:spPr>
          <a:xfrm>
            <a:off x="6703075" y="4460454"/>
            <a:ext cx="2807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配信向け：</a:t>
            </a:r>
            <a:r>
              <a:rPr kumimoji="1" lang="en-US" altLang="ja-JP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3</a:t>
            </a:r>
            <a:r>
              <a:rPr kumimoji="1" lang="ja-JP" altLang="en-US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対</a:t>
            </a:r>
            <a:r>
              <a:rPr kumimoji="1" lang="en-US" altLang="ja-JP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3</a:t>
            </a:r>
            <a:r>
              <a:rPr kumimoji="1" lang="ja-JP" altLang="en-US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マッチ！</a:t>
            </a:r>
            <a:endParaRPr kumimoji="1" lang="ja-JP" altLang="en-US" sz="2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E90D1351-55C7-713C-FF48-3F7E71D0AE4F}"/>
              </a:ext>
            </a:extLst>
          </p:cNvPr>
          <p:cNvSpPr txBox="1"/>
          <p:nvPr/>
        </p:nvSpPr>
        <p:spPr>
          <a:xfrm>
            <a:off x="309642" y="964023"/>
            <a:ext cx="1130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人数：</a:t>
            </a:r>
            <a:r>
              <a:rPr lang="en-US" altLang="ja-JP" sz="1600" b="1">
                <a:latin typeface="+mn-ea"/>
              </a:rPr>
              <a:t>3</a:t>
            </a:r>
            <a:r>
              <a:rPr lang="ja-JP" altLang="en-US" sz="1600" b="1">
                <a:latin typeface="+mn-ea"/>
              </a:rPr>
              <a:t>人</a:t>
            </a:r>
            <a:endParaRPr lang="ja-JP" altLang="ja-JP" sz="1600" b="1">
              <a:latin typeface="+mn-ea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1F1B55E3-4417-BEBF-5B25-1B3CB6A64F3D}"/>
              </a:ext>
            </a:extLst>
          </p:cNvPr>
          <p:cNvSpPr txBox="1"/>
          <p:nvPr/>
        </p:nvSpPr>
        <p:spPr>
          <a:xfrm>
            <a:off x="3342506" y="2358233"/>
            <a:ext cx="27799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ja-JP" altLang="ja-JP" sz="1600" b="1">
                <a:latin typeface="+mn-ea"/>
              </a:rPr>
              <a:t>Epic Online Services 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26018EB-09F8-B2BE-1E12-6B45138F866B}"/>
              </a:ext>
            </a:extLst>
          </p:cNvPr>
          <p:cNvSpPr txBox="1"/>
          <p:nvPr/>
        </p:nvSpPr>
        <p:spPr>
          <a:xfrm>
            <a:off x="3342506" y="1873416"/>
            <a:ext cx="135165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Obsidian</a:t>
            </a:r>
            <a:endParaRPr lang="ja-JP" altLang="ja-JP" sz="1600" b="1">
              <a:latin typeface="+mn-ea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9675F53-FFAE-2532-E47B-0EDD4DE60FDD}"/>
              </a:ext>
            </a:extLst>
          </p:cNvPr>
          <p:cNvSpPr txBox="1"/>
          <p:nvPr/>
        </p:nvSpPr>
        <p:spPr>
          <a:xfrm>
            <a:off x="3342506" y="903782"/>
            <a:ext cx="98296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Unity</a:t>
            </a:r>
            <a:endParaRPr lang="ja-JP" altLang="ja-JP" sz="1600" b="1">
              <a:latin typeface="+mn-ea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0AD61EC-7017-F07B-EB72-CBD859F39467}"/>
              </a:ext>
            </a:extLst>
          </p:cNvPr>
          <p:cNvSpPr txBox="1"/>
          <p:nvPr/>
        </p:nvSpPr>
        <p:spPr>
          <a:xfrm>
            <a:off x="3342506" y="1388599"/>
            <a:ext cx="27719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Google</a:t>
            </a:r>
            <a:r>
              <a:rPr lang="ja-JP" altLang="en-US" sz="1600" b="1">
                <a:latin typeface="+mn-ea"/>
              </a:rPr>
              <a:t>スプレッドシート</a:t>
            </a:r>
            <a:endParaRPr lang="ja-JP" altLang="ja-JP" sz="1600" b="1">
              <a:latin typeface="+mn-ea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30FD23B8-6427-488B-861B-F0D4214872FB}"/>
              </a:ext>
            </a:extLst>
          </p:cNvPr>
          <p:cNvSpPr txBox="1"/>
          <p:nvPr/>
        </p:nvSpPr>
        <p:spPr>
          <a:xfrm>
            <a:off x="6641573" y="815402"/>
            <a:ext cx="20762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プロト版：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3</a:t>
            </a:r>
            <a:r>
              <a:rPr lang="ja-JP" altLang="en-US" sz="1600" b="1" u="sng">
                <a:latin typeface="+mn-ea"/>
              </a:rPr>
              <a:t>週間</a:t>
            </a:r>
            <a:br>
              <a:rPr lang="en-US" altLang="ja-JP" sz="1600" b="1">
                <a:latin typeface="+mn-ea"/>
              </a:rPr>
            </a:br>
            <a:r>
              <a:rPr lang="ja-JP" altLang="en-US" sz="1600" b="1">
                <a:latin typeface="+mn-ea"/>
              </a:rPr>
              <a:t>・インゲーム仮実装</a:t>
            </a:r>
            <a:endParaRPr lang="ja-JP" altLang="ja-JP" sz="1600" b="1">
              <a:latin typeface="+mn-ea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70B6473-CD9C-A258-AC79-F0BA63B3FDEF}"/>
              </a:ext>
            </a:extLst>
          </p:cNvPr>
          <p:cNvSpPr txBox="1"/>
          <p:nvPr/>
        </p:nvSpPr>
        <p:spPr>
          <a:xfrm>
            <a:off x="6641573" y="1552131"/>
            <a:ext cx="22813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アルファ版：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3</a:t>
            </a:r>
            <a:r>
              <a:rPr lang="ja-JP" altLang="en-US" sz="1600" b="1" u="sng">
                <a:latin typeface="+mn-ea"/>
              </a:rPr>
              <a:t>週間</a:t>
            </a:r>
            <a:br>
              <a:rPr lang="en-US" altLang="ja-JP" sz="1600" b="1">
                <a:latin typeface="+mn-ea"/>
              </a:rPr>
            </a:br>
            <a:r>
              <a:rPr lang="ja-JP" altLang="en-US" sz="1600" b="1">
                <a:latin typeface="+mn-ea"/>
              </a:rPr>
              <a:t>・アウトゲーム仮実装</a:t>
            </a:r>
            <a:endParaRPr lang="ja-JP" altLang="ja-JP" sz="1600" b="1">
              <a:latin typeface="+mn-ea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9A00A467-43EF-9950-839A-3C2A58B471D4}"/>
              </a:ext>
            </a:extLst>
          </p:cNvPr>
          <p:cNvSpPr txBox="1"/>
          <p:nvPr/>
        </p:nvSpPr>
        <p:spPr>
          <a:xfrm>
            <a:off x="6641573" y="2288860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マスター版：</a:t>
            </a:r>
            <a:r>
              <a:rPr lang="en-US" altLang="ja-JP" sz="1600" b="1" u="sng">
                <a:latin typeface="+mn-ea"/>
              </a:rPr>
              <a:t>1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週間</a:t>
            </a:r>
            <a:br>
              <a:rPr lang="en-US" altLang="ja-JP" sz="1600" b="1">
                <a:latin typeface="+mn-ea"/>
              </a:rPr>
            </a:br>
            <a:r>
              <a:rPr lang="ja-JP" altLang="en-US" sz="1600" b="1">
                <a:latin typeface="+mn-ea"/>
              </a:rPr>
              <a:t>・本実装・オンライン対応</a:t>
            </a:r>
            <a:endParaRPr lang="ja-JP" altLang="ja-JP" sz="1600" b="1">
              <a:latin typeface="+mn-ea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58E6586D-C46A-E598-84BC-0028A34459EA}"/>
              </a:ext>
            </a:extLst>
          </p:cNvPr>
          <p:cNvSpPr txBox="1"/>
          <p:nvPr/>
        </p:nvSpPr>
        <p:spPr>
          <a:xfrm>
            <a:off x="309642" y="1478463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パブリッシャー：無し</a:t>
            </a:r>
            <a:endParaRPr lang="ja-JP" altLang="ja-JP" sz="1600" b="1">
              <a:latin typeface="+mn-ea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0B829237-46D0-7404-44FA-673B3F29FBB4}"/>
              </a:ext>
            </a:extLst>
          </p:cNvPr>
          <p:cNvSpPr txBox="1"/>
          <p:nvPr/>
        </p:nvSpPr>
        <p:spPr>
          <a:xfrm>
            <a:off x="309642" y="1992903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外注：無し</a:t>
            </a:r>
            <a:endParaRPr lang="ja-JP" altLang="ja-JP" sz="1600" b="1">
              <a:latin typeface="+mn-ea"/>
            </a:endParaRPr>
          </a:p>
        </p:txBody>
      </p: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3746D8C6-0D2D-15DC-98B0-33760C110CEE}"/>
              </a:ext>
            </a:extLst>
          </p:cNvPr>
          <p:cNvGrpSpPr/>
          <p:nvPr/>
        </p:nvGrpSpPr>
        <p:grpSpPr>
          <a:xfrm>
            <a:off x="246069" y="5728009"/>
            <a:ext cx="1639248" cy="609164"/>
            <a:chOff x="4396161" y="5190404"/>
            <a:chExt cx="2304333" cy="856317"/>
          </a:xfrm>
        </p:grpSpPr>
        <p:grpSp>
          <p:nvGrpSpPr>
            <p:cNvPr id="52" name="グループ化 51">
              <a:extLst>
                <a:ext uri="{FF2B5EF4-FFF2-40B4-BE49-F238E27FC236}">
                  <a16:creationId xmlns:a16="http://schemas.microsoft.com/office/drawing/2014/main" id="{9E185EDE-C091-B396-5A34-3A5B45674531}"/>
                </a:ext>
              </a:extLst>
            </p:cNvPr>
            <p:cNvGrpSpPr/>
            <p:nvPr/>
          </p:nvGrpSpPr>
          <p:grpSpPr>
            <a:xfrm>
              <a:off x="4989876" y="5213465"/>
              <a:ext cx="1710618" cy="765820"/>
              <a:chOff x="5316449" y="5213465"/>
              <a:chExt cx="1710618" cy="765820"/>
            </a:xfrm>
          </p:grpSpPr>
          <p:sp>
            <p:nvSpPr>
              <p:cNvPr id="56" name="四角形: 角を丸くする 55">
                <a:extLst>
                  <a:ext uri="{FF2B5EF4-FFF2-40B4-BE49-F238E27FC236}">
                    <a16:creationId xmlns:a16="http://schemas.microsoft.com/office/drawing/2014/main" id="{9F4953E7-D3ED-FE19-69C4-366858CDE0C0}"/>
                  </a:ext>
                </a:extLst>
              </p:cNvPr>
              <p:cNvSpPr/>
              <p:nvPr/>
            </p:nvSpPr>
            <p:spPr>
              <a:xfrm>
                <a:off x="5316449" y="5641159"/>
                <a:ext cx="1666767" cy="338126"/>
              </a:xfrm>
              <a:prstGeom prst="roundRect">
                <a:avLst/>
              </a:prstGeom>
              <a:solidFill>
                <a:schemeClr val="tx1">
                  <a:lumMod val="25000"/>
                  <a:alpha val="85000"/>
                </a:schemeClr>
              </a:solidFill>
              <a:ln w="3810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57" name="テキスト ボックス 56">
                <a:extLst>
                  <a:ext uri="{FF2B5EF4-FFF2-40B4-BE49-F238E27FC236}">
                    <a16:creationId xmlns:a16="http://schemas.microsoft.com/office/drawing/2014/main" id="{A74CFF18-CD13-154A-3B7E-7E51D2BD08FE}"/>
                  </a:ext>
                </a:extLst>
              </p:cNvPr>
              <p:cNvSpPr txBox="1"/>
              <p:nvPr/>
            </p:nvSpPr>
            <p:spPr>
              <a:xfrm>
                <a:off x="5476021" y="5213465"/>
                <a:ext cx="1551046" cy="432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kumimoji="1" lang="ja-JP" altLang="en-US" sz="1400">
                    <a:solidFill>
                      <a:schemeClr val="bg1">
                        <a:lumMod val="10000"/>
                        <a:lumOff val="90000"/>
                      </a:schemeClr>
                    </a:solidFill>
                    <a:latin typeface="+mj-ea"/>
                    <a:ea typeface="+mj-ea"/>
                  </a:rPr>
                  <a:t>ランク：</a:t>
                </a:r>
                <a:r>
                  <a:rPr kumimoji="1" lang="en-US" altLang="ja-JP" sz="1400">
                    <a:solidFill>
                      <a:schemeClr val="bg1">
                        <a:lumMod val="10000"/>
                        <a:lumOff val="90000"/>
                      </a:schemeClr>
                    </a:solidFill>
                    <a:latin typeface="+mj-ea"/>
                    <a:ea typeface="+mj-ea"/>
                  </a:rPr>
                  <a:t>C</a:t>
                </a:r>
                <a:endParaRPr kumimoji="1" lang="ja-JP" altLang="en-US" sz="1400">
                  <a:solidFill>
                    <a:schemeClr val="bg1">
                      <a:lumMod val="10000"/>
                      <a:lumOff val="90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58" name="四角形: 角を丸くする 57">
                <a:extLst>
                  <a:ext uri="{FF2B5EF4-FFF2-40B4-BE49-F238E27FC236}">
                    <a16:creationId xmlns:a16="http://schemas.microsoft.com/office/drawing/2014/main" id="{4AC7D8CB-9359-8A25-5918-65A249DA19C5}"/>
                  </a:ext>
                </a:extLst>
              </p:cNvPr>
              <p:cNvSpPr/>
              <p:nvPr/>
            </p:nvSpPr>
            <p:spPr>
              <a:xfrm>
                <a:off x="5839358" y="5660997"/>
                <a:ext cx="854726" cy="297437"/>
              </a:xfrm>
              <a:prstGeom prst="roundRect">
                <a:avLst/>
              </a:prstGeom>
              <a:solidFill>
                <a:schemeClr val="accent3">
                  <a:lumMod val="60000"/>
                  <a:lumOff val="4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59" name="四角形: 角を丸くする 58">
                <a:extLst>
                  <a:ext uri="{FF2B5EF4-FFF2-40B4-BE49-F238E27FC236}">
                    <a16:creationId xmlns:a16="http://schemas.microsoft.com/office/drawing/2014/main" id="{023F8BB1-1A7D-223E-32C9-53DBA2C5A065}"/>
                  </a:ext>
                </a:extLst>
              </p:cNvPr>
              <p:cNvSpPr/>
              <p:nvPr/>
            </p:nvSpPr>
            <p:spPr>
              <a:xfrm>
                <a:off x="5415957" y="5649868"/>
                <a:ext cx="725755" cy="317275"/>
              </a:xfrm>
              <a:prstGeom prst="roundRect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53" name="グループ化 52">
              <a:extLst>
                <a:ext uri="{FF2B5EF4-FFF2-40B4-BE49-F238E27FC236}">
                  <a16:creationId xmlns:a16="http://schemas.microsoft.com/office/drawing/2014/main" id="{84A124C5-49D1-8A4B-0426-16E93F488D32}"/>
                </a:ext>
              </a:extLst>
            </p:cNvPr>
            <p:cNvGrpSpPr/>
            <p:nvPr/>
          </p:nvGrpSpPr>
          <p:grpSpPr>
            <a:xfrm rot="765235">
              <a:off x="4396161" y="5190404"/>
              <a:ext cx="856317" cy="856317"/>
              <a:chOff x="1975681" y="3937390"/>
              <a:chExt cx="1007961" cy="1007961"/>
            </a:xfrm>
          </p:grpSpPr>
          <p:sp>
            <p:nvSpPr>
              <p:cNvPr id="54" name="正方形/長方形 53">
                <a:extLst>
                  <a:ext uri="{FF2B5EF4-FFF2-40B4-BE49-F238E27FC236}">
                    <a16:creationId xmlns:a16="http://schemas.microsoft.com/office/drawing/2014/main" id="{5B389B5C-EA8F-7ECC-6163-0D3866BBD55C}"/>
                  </a:ext>
                </a:extLst>
              </p:cNvPr>
              <p:cNvSpPr/>
              <p:nvPr/>
            </p:nvSpPr>
            <p:spPr>
              <a:xfrm>
                <a:off x="2022462" y="3984171"/>
                <a:ext cx="914400" cy="9144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pic>
            <p:nvPicPr>
              <p:cNvPr id="55" name="図 54">
                <a:extLst>
                  <a:ext uri="{FF2B5EF4-FFF2-40B4-BE49-F238E27FC236}">
                    <a16:creationId xmlns:a16="http://schemas.microsoft.com/office/drawing/2014/main" id="{C0FCDBE5-2006-5655-3F6A-81DC68D651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5681" y="3937390"/>
                <a:ext cx="1007961" cy="1007961"/>
              </a:xfrm>
              <a:prstGeom prst="rect">
                <a:avLst/>
              </a:prstGeom>
            </p:spPr>
          </p:pic>
        </p:grpSp>
      </p:grp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2748CCC5-D7FD-4F9E-478F-C839D2811711}"/>
              </a:ext>
            </a:extLst>
          </p:cNvPr>
          <p:cNvSpPr txBox="1"/>
          <p:nvPr/>
        </p:nvSpPr>
        <p:spPr>
          <a:xfrm>
            <a:off x="309642" y="2507343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予算：無し</a:t>
            </a:r>
            <a:endParaRPr lang="ja-JP" altLang="ja-JP" sz="1600" b="1">
              <a:latin typeface="+mn-ea"/>
            </a:endParaRPr>
          </a:p>
        </p:txBody>
      </p:sp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45B581AE-C9F1-0811-905E-1131FC0C8144}"/>
              </a:ext>
            </a:extLst>
          </p:cNvPr>
          <p:cNvGrpSpPr/>
          <p:nvPr/>
        </p:nvGrpSpPr>
        <p:grpSpPr>
          <a:xfrm>
            <a:off x="-84418" y="3948361"/>
            <a:ext cx="3507987" cy="1493552"/>
            <a:chOff x="-65368" y="3957886"/>
            <a:chExt cx="3507987" cy="1493552"/>
          </a:xfrm>
        </p:grpSpPr>
        <p:pic>
          <p:nvPicPr>
            <p:cNvPr id="22" name="図 21">
              <a:extLst>
                <a:ext uri="{FF2B5EF4-FFF2-40B4-BE49-F238E27FC236}">
                  <a16:creationId xmlns:a16="http://schemas.microsoft.com/office/drawing/2014/main" id="{CE81365E-3B68-D829-79D5-B6AA8B9FC64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3553" y="3957886"/>
              <a:ext cx="2053250" cy="1493552"/>
            </a:xfrm>
            <a:prstGeom prst="rect">
              <a:avLst/>
            </a:prstGeom>
          </p:spPr>
        </p:pic>
        <p:grpSp>
          <p:nvGrpSpPr>
            <p:cNvPr id="60" name="グループ化 59">
              <a:extLst>
                <a:ext uri="{FF2B5EF4-FFF2-40B4-BE49-F238E27FC236}">
                  <a16:creationId xmlns:a16="http://schemas.microsoft.com/office/drawing/2014/main" id="{131EAD67-7D35-C512-9475-5DF35FC0FCC0}"/>
                </a:ext>
              </a:extLst>
            </p:cNvPr>
            <p:cNvGrpSpPr/>
            <p:nvPr/>
          </p:nvGrpSpPr>
          <p:grpSpPr>
            <a:xfrm>
              <a:off x="211661" y="4121094"/>
              <a:ext cx="478207" cy="478207"/>
              <a:chOff x="384002" y="885696"/>
              <a:chExt cx="1182205" cy="1182205"/>
            </a:xfrm>
          </p:grpSpPr>
          <p:sp>
            <p:nvSpPr>
              <p:cNvPr id="61" name="楕円 60">
                <a:extLst>
                  <a:ext uri="{FF2B5EF4-FFF2-40B4-BE49-F238E27FC236}">
                    <a16:creationId xmlns:a16="http://schemas.microsoft.com/office/drawing/2014/main" id="{C8FC027F-C23D-4657-BA89-335429EDD5A3}"/>
                  </a:ext>
                </a:extLst>
              </p:cNvPr>
              <p:cNvSpPr/>
              <p:nvPr/>
            </p:nvSpPr>
            <p:spPr>
              <a:xfrm>
                <a:off x="384002" y="885696"/>
                <a:ext cx="1182205" cy="1182205"/>
              </a:xfrm>
              <a:prstGeom prst="ellipse">
                <a:avLst/>
              </a:prstGeom>
              <a:solidFill>
                <a:schemeClr val="accent3"/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62" name="月 61">
                <a:extLst>
                  <a:ext uri="{FF2B5EF4-FFF2-40B4-BE49-F238E27FC236}">
                    <a16:creationId xmlns:a16="http://schemas.microsoft.com/office/drawing/2014/main" id="{66E7EE89-2153-2EE8-F003-3F678D3E35E6}"/>
                  </a:ext>
                </a:extLst>
              </p:cNvPr>
              <p:cNvSpPr/>
              <p:nvPr/>
            </p:nvSpPr>
            <p:spPr>
              <a:xfrm rot="16200000">
                <a:off x="830637" y="1222538"/>
                <a:ext cx="288935" cy="808587"/>
              </a:xfrm>
              <a:prstGeom prst="moon">
                <a:avLst>
                  <a:gd name="adj" fmla="val 21507"/>
                </a:avLst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sp>
            <p:nvSpPr>
              <p:cNvPr id="63" name="二等辺三角形 62">
                <a:extLst>
                  <a:ext uri="{FF2B5EF4-FFF2-40B4-BE49-F238E27FC236}">
                    <a16:creationId xmlns:a16="http://schemas.microsoft.com/office/drawing/2014/main" id="{389EEF4D-5A2D-3CA5-05B1-EA15D18704C3}"/>
                  </a:ext>
                </a:extLst>
              </p:cNvPr>
              <p:cNvSpPr/>
              <p:nvPr/>
            </p:nvSpPr>
            <p:spPr>
              <a:xfrm>
                <a:off x="730256" y="1182297"/>
                <a:ext cx="489694" cy="537176"/>
              </a:xfrm>
              <a:prstGeom prst="triangle">
                <a:avLst/>
              </a:prstGeom>
              <a:solidFill>
                <a:schemeClr val="bg1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</p:grpSp>
        <p:grpSp>
          <p:nvGrpSpPr>
            <p:cNvPr id="64" name="グループ化 63">
              <a:extLst>
                <a:ext uri="{FF2B5EF4-FFF2-40B4-BE49-F238E27FC236}">
                  <a16:creationId xmlns:a16="http://schemas.microsoft.com/office/drawing/2014/main" id="{F2F503A4-CB5C-BBAC-6B4D-E1447B12704F}"/>
                </a:ext>
              </a:extLst>
            </p:cNvPr>
            <p:cNvGrpSpPr/>
            <p:nvPr/>
          </p:nvGrpSpPr>
          <p:grpSpPr>
            <a:xfrm>
              <a:off x="2752260" y="4121090"/>
              <a:ext cx="474746" cy="474746"/>
              <a:chOff x="10631307" y="885696"/>
              <a:chExt cx="1182205" cy="1182205"/>
            </a:xfrm>
          </p:grpSpPr>
          <p:sp>
            <p:nvSpPr>
              <p:cNvPr id="65" name="楕円 64">
                <a:extLst>
                  <a:ext uri="{FF2B5EF4-FFF2-40B4-BE49-F238E27FC236}">
                    <a16:creationId xmlns:a16="http://schemas.microsoft.com/office/drawing/2014/main" id="{C6EFE7D9-ADB4-9FF6-BC16-EF29328D7263}"/>
                  </a:ext>
                </a:extLst>
              </p:cNvPr>
              <p:cNvSpPr/>
              <p:nvPr/>
            </p:nvSpPr>
            <p:spPr>
              <a:xfrm>
                <a:off x="10631307" y="885696"/>
                <a:ext cx="1182205" cy="1182205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latin typeface="+mj-ea"/>
                  <a:ea typeface="+mj-ea"/>
                </a:endParaRPr>
              </a:p>
            </p:txBody>
          </p:sp>
          <p:pic>
            <p:nvPicPr>
              <p:cNvPr id="66" name="図 65">
                <a:extLst>
                  <a:ext uri="{FF2B5EF4-FFF2-40B4-BE49-F238E27FC236}">
                    <a16:creationId xmlns:a16="http://schemas.microsoft.com/office/drawing/2014/main" id="{0EC797B2-AD47-C1FD-9129-652A921086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863359" y="1101720"/>
                <a:ext cx="738481" cy="786333"/>
              </a:xfrm>
              <a:prstGeom prst="rect">
                <a:avLst/>
              </a:prstGeom>
              <a:scene3d>
                <a:camera prst="perspectiveLeft" fov="1200000">
                  <a:rot lat="0" lon="600000" rev="0"/>
                </a:camera>
                <a:lightRig rig="threePt" dir="t"/>
              </a:scene3d>
            </p:spPr>
          </p:pic>
        </p:grpSp>
        <p:pic>
          <p:nvPicPr>
            <p:cNvPr id="70" name="図 69">
              <a:extLst>
                <a:ext uri="{FF2B5EF4-FFF2-40B4-BE49-F238E27FC236}">
                  <a16:creationId xmlns:a16="http://schemas.microsoft.com/office/drawing/2014/main" id="{B2F7B593-2534-5EB4-8B6E-C4E221C02B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134" t="48607"/>
            <a:stretch>
              <a:fillRect/>
            </a:stretch>
          </p:blipFill>
          <p:spPr>
            <a:xfrm flipH="1">
              <a:off x="-65368" y="4619725"/>
              <a:ext cx="985835" cy="747038"/>
            </a:xfrm>
            <a:prstGeom prst="rect">
              <a:avLst/>
            </a:prstGeom>
          </p:spPr>
        </p:pic>
        <p:pic>
          <p:nvPicPr>
            <p:cNvPr id="72" name="図 71">
              <a:extLst>
                <a:ext uri="{FF2B5EF4-FFF2-40B4-BE49-F238E27FC236}">
                  <a16:creationId xmlns:a16="http://schemas.microsoft.com/office/drawing/2014/main" id="{DFA66EA8-CA78-06EF-FB68-6DAAA3686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607" r="49134"/>
            <a:stretch>
              <a:fillRect/>
            </a:stretch>
          </p:blipFill>
          <p:spPr>
            <a:xfrm>
              <a:off x="2539738" y="4682586"/>
              <a:ext cx="902881" cy="684177"/>
            </a:xfrm>
            <a:prstGeom prst="rect">
              <a:avLst/>
            </a:prstGeom>
          </p:spPr>
        </p:pic>
      </p:grpSp>
      <p:cxnSp>
        <p:nvCxnSpPr>
          <p:cNvPr id="74" name="直線コネクタ 73">
            <a:extLst>
              <a:ext uri="{FF2B5EF4-FFF2-40B4-BE49-F238E27FC236}">
                <a16:creationId xmlns:a16="http://schemas.microsoft.com/office/drawing/2014/main" id="{74101C81-3D18-2DBA-7155-6F92839B9A07}"/>
              </a:ext>
            </a:extLst>
          </p:cNvPr>
          <p:cNvCxnSpPr>
            <a:cxnSpLocks/>
          </p:cNvCxnSpPr>
          <p:nvPr/>
        </p:nvCxnSpPr>
        <p:spPr>
          <a:xfrm>
            <a:off x="171620" y="5591049"/>
            <a:ext cx="3016367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a16:creationId xmlns:a16="http://schemas.microsoft.com/office/drawing/2014/main" id="{F495E3E9-6ABA-F90F-B630-00C0EAB47AD4}"/>
              </a:ext>
            </a:extLst>
          </p:cNvPr>
          <p:cNvCxnSpPr>
            <a:cxnSpLocks/>
          </p:cNvCxnSpPr>
          <p:nvPr/>
        </p:nvCxnSpPr>
        <p:spPr>
          <a:xfrm>
            <a:off x="2023064" y="5591049"/>
            <a:ext cx="0" cy="1106619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直線コネクタ 92">
            <a:extLst>
              <a:ext uri="{FF2B5EF4-FFF2-40B4-BE49-F238E27FC236}">
                <a16:creationId xmlns:a16="http://schemas.microsoft.com/office/drawing/2014/main" id="{D702BC0F-BAAB-1F96-05BF-56C05A477704}"/>
              </a:ext>
            </a:extLst>
          </p:cNvPr>
          <p:cNvCxnSpPr>
            <a:cxnSpLocks/>
          </p:cNvCxnSpPr>
          <p:nvPr/>
        </p:nvCxnSpPr>
        <p:spPr>
          <a:xfrm>
            <a:off x="3129498" y="-9608"/>
            <a:ext cx="0" cy="3296137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直線コネクタ 94">
            <a:extLst>
              <a:ext uri="{FF2B5EF4-FFF2-40B4-BE49-F238E27FC236}">
                <a16:creationId xmlns:a16="http://schemas.microsoft.com/office/drawing/2014/main" id="{D2296F12-8372-D051-8949-220CB59BCCFD}"/>
              </a:ext>
            </a:extLst>
          </p:cNvPr>
          <p:cNvCxnSpPr>
            <a:cxnSpLocks/>
          </p:cNvCxnSpPr>
          <p:nvPr/>
        </p:nvCxnSpPr>
        <p:spPr>
          <a:xfrm>
            <a:off x="3386051" y="3309665"/>
            <a:ext cx="0" cy="3548335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直線コネクタ 96">
            <a:extLst>
              <a:ext uri="{FF2B5EF4-FFF2-40B4-BE49-F238E27FC236}">
                <a16:creationId xmlns:a16="http://schemas.microsoft.com/office/drawing/2014/main" id="{7E9602D9-E167-2888-E789-1199C264E703}"/>
              </a:ext>
            </a:extLst>
          </p:cNvPr>
          <p:cNvCxnSpPr>
            <a:cxnSpLocks/>
          </p:cNvCxnSpPr>
          <p:nvPr/>
        </p:nvCxnSpPr>
        <p:spPr>
          <a:xfrm>
            <a:off x="6515169" y="-9608"/>
            <a:ext cx="0" cy="3567437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直線コネクタ 98">
            <a:extLst>
              <a:ext uri="{FF2B5EF4-FFF2-40B4-BE49-F238E27FC236}">
                <a16:creationId xmlns:a16="http://schemas.microsoft.com/office/drawing/2014/main" id="{E7EAFCE0-5E68-E71C-3111-482D8B899C2A}"/>
              </a:ext>
            </a:extLst>
          </p:cNvPr>
          <p:cNvCxnSpPr>
            <a:cxnSpLocks/>
          </p:cNvCxnSpPr>
          <p:nvPr/>
        </p:nvCxnSpPr>
        <p:spPr>
          <a:xfrm>
            <a:off x="6450515" y="3546525"/>
            <a:ext cx="0" cy="3311475"/>
          </a:xfrm>
          <a:prstGeom prst="line">
            <a:avLst/>
          </a:prstGeom>
          <a:ln>
            <a:solidFill>
              <a:srgbClr val="8585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1" name="グループ化 140">
            <a:extLst>
              <a:ext uri="{FF2B5EF4-FFF2-40B4-BE49-F238E27FC236}">
                <a16:creationId xmlns:a16="http://schemas.microsoft.com/office/drawing/2014/main" id="{1979BB69-0810-F3CF-B7A8-78BC951C8A53}"/>
              </a:ext>
            </a:extLst>
          </p:cNvPr>
          <p:cNvGrpSpPr/>
          <p:nvPr/>
        </p:nvGrpSpPr>
        <p:grpSpPr>
          <a:xfrm>
            <a:off x="2152434" y="5704346"/>
            <a:ext cx="921530" cy="927546"/>
            <a:chOff x="2190534" y="5532896"/>
            <a:chExt cx="921530" cy="927546"/>
          </a:xfrm>
        </p:grpSpPr>
        <p:grpSp>
          <p:nvGrpSpPr>
            <p:cNvPr id="87" name="グループ化 86">
              <a:extLst>
                <a:ext uri="{FF2B5EF4-FFF2-40B4-BE49-F238E27FC236}">
                  <a16:creationId xmlns:a16="http://schemas.microsoft.com/office/drawing/2014/main" id="{77E98EC7-75A9-7680-C588-F6FE8BD60764}"/>
                </a:ext>
              </a:extLst>
            </p:cNvPr>
            <p:cNvGrpSpPr/>
            <p:nvPr/>
          </p:nvGrpSpPr>
          <p:grpSpPr>
            <a:xfrm>
              <a:off x="2190534" y="5634046"/>
              <a:ext cx="329203" cy="329203"/>
              <a:chOff x="581386" y="4738737"/>
              <a:chExt cx="776832" cy="776832"/>
            </a:xfrm>
          </p:grpSpPr>
          <p:sp>
            <p:nvSpPr>
              <p:cNvPr id="88" name="正方形/長方形 87">
                <a:extLst>
                  <a:ext uri="{FF2B5EF4-FFF2-40B4-BE49-F238E27FC236}">
                    <a16:creationId xmlns:a16="http://schemas.microsoft.com/office/drawing/2014/main" id="{04998412-5395-7F6F-3565-D95698050E09}"/>
                  </a:ext>
                </a:extLst>
              </p:cNvPr>
              <p:cNvSpPr/>
              <p:nvPr/>
            </p:nvSpPr>
            <p:spPr>
              <a:xfrm rot="765235">
                <a:off x="581386" y="4738737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9" name="図 88">
                <a:extLst>
                  <a:ext uri="{FF2B5EF4-FFF2-40B4-BE49-F238E27FC236}">
                    <a16:creationId xmlns:a16="http://schemas.microsoft.com/office/drawing/2014/main" id="{5F10AFAD-CC5C-0C82-3578-149C4893A4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026517">
                <a:off x="744895" y="4902609"/>
                <a:ext cx="486411" cy="486411"/>
              </a:xfrm>
              <a:prstGeom prst="rect">
                <a:avLst/>
              </a:prstGeom>
            </p:spPr>
          </p:pic>
        </p:grpSp>
        <p:grpSp>
          <p:nvGrpSpPr>
            <p:cNvPr id="90" name="グループ化 89">
              <a:extLst>
                <a:ext uri="{FF2B5EF4-FFF2-40B4-BE49-F238E27FC236}">
                  <a16:creationId xmlns:a16="http://schemas.microsoft.com/office/drawing/2014/main" id="{582798DF-8DA5-9F69-D0C3-77B5EF21F428}"/>
                </a:ext>
              </a:extLst>
            </p:cNvPr>
            <p:cNvGrpSpPr/>
            <p:nvPr/>
          </p:nvGrpSpPr>
          <p:grpSpPr>
            <a:xfrm>
              <a:off x="2388833" y="5991504"/>
              <a:ext cx="350114" cy="468938"/>
              <a:chOff x="540604" y="2929405"/>
              <a:chExt cx="826175" cy="1106569"/>
            </a:xfrm>
          </p:grpSpPr>
          <p:sp>
            <p:nvSpPr>
              <p:cNvPr id="91" name="正方形/長方形 90">
                <a:extLst>
                  <a:ext uri="{FF2B5EF4-FFF2-40B4-BE49-F238E27FC236}">
                    <a16:creationId xmlns:a16="http://schemas.microsoft.com/office/drawing/2014/main" id="{69D3A9A6-B595-2287-8C5A-AEED911FD5C7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92" name="図 91">
                <a:extLst>
                  <a:ext uri="{FF2B5EF4-FFF2-40B4-BE49-F238E27FC236}">
                    <a16:creationId xmlns:a16="http://schemas.microsoft.com/office/drawing/2014/main" id="{185F8186-67F0-05B5-7BC1-80740C0925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grpSp>
          <p:nvGrpSpPr>
            <p:cNvPr id="103" name="グループ化 102">
              <a:extLst>
                <a:ext uri="{FF2B5EF4-FFF2-40B4-BE49-F238E27FC236}">
                  <a16:creationId xmlns:a16="http://schemas.microsoft.com/office/drawing/2014/main" id="{AA65FECE-47DA-BE56-8484-DCBBE3CF1F19}"/>
                </a:ext>
              </a:extLst>
            </p:cNvPr>
            <p:cNvGrpSpPr/>
            <p:nvPr/>
          </p:nvGrpSpPr>
          <p:grpSpPr>
            <a:xfrm rot="765235">
              <a:off x="2460603" y="5728347"/>
              <a:ext cx="398285" cy="398285"/>
              <a:chOff x="1975681" y="3937390"/>
              <a:chExt cx="1007961" cy="1007961"/>
            </a:xfrm>
          </p:grpSpPr>
          <p:sp>
            <p:nvSpPr>
              <p:cNvPr id="104" name="正方形/長方形 103">
                <a:extLst>
                  <a:ext uri="{FF2B5EF4-FFF2-40B4-BE49-F238E27FC236}">
                    <a16:creationId xmlns:a16="http://schemas.microsoft.com/office/drawing/2014/main" id="{F38367DE-863F-64BF-1B79-DE073B8F48E2}"/>
                  </a:ext>
                </a:extLst>
              </p:cNvPr>
              <p:cNvSpPr/>
              <p:nvPr/>
            </p:nvSpPr>
            <p:spPr>
              <a:xfrm>
                <a:off x="2022462" y="3984171"/>
                <a:ext cx="914400" cy="9144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05" name="図 104">
                <a:extLst>
                  <a:ext uri="{FF2B5EF4-FFF2-40B4-BE49-F238E27FC236}">
                    <a16:creationId xmlns:a16="http://schemas.microsoft.com/office/drawing/2014/main" id="{95B129F5-6ED6-BB47-EC9A-0C7A6341BA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975681" y="3937390"/>
                <a:ext cx="1007961" cy="1007961"/>
              </a:xfrm>
              <a:prstGeom prst="rect">
                <a:avLst/>
              </a:prstGeom>
            </p:spPr>
          </p:pic>
        </p:grpSp>
        <p:grpSp>
          <p:nvGrpSpPr>
            <p:cNvPr id="79" name="グループ化 78">
              <a:extLst>
                <a:ext uri="{FF2B5EF4-FFF2-40B4-BE49-F238E27FC236}">
                  <a16:creationId xmlns:a16="http://schemas.microsoft.com/office/drawing/2014/main" id="{2A1CEDA1-F286-DA12-BEBE-DEDE64077C4C}"/>
                </a:ext>
              </a:extLst>
            </p:cNvPr>
            <p:cNvGrpSpPr/>
            <p:nvPr/>
          </p:nvGrpSpPr>
          <p:grpSpPr>
            <a:xfrm>
              <a:off x="2220191" y="5976982"/>
              <a:ext cx="353324" cy="353324"/>
              <a:chOff x="9998577" y="5518765"/>
              <a:chExt cx="726574" cy="726574"/>
            </a:xfrm>
          </p:grpSpPr>
          <p:sp>
            <p:nvSpPr>
              <p:cNvPr id="80" name="正方形/長方形 79">
                <a:extLst>
                  <a:ext uri="{FF2B5EF4-FFF2-40B4-BE49-F238E27FC236}">
                    <a16:creationId xmlns:a16="http://schemas.microsoft.com/office/drawing/2014/main" id="{5ABCA182-62D6-54CB-293F-2EA9EBA88048}"/>
                  </a:ext>
                </a:extLst>
              </p:cNvPr>
              <p:cNvSpPr/>
              <p:nvPr/>
            </p:nvSpPr>
            <p:spPr>
              <a:xfrm rot="21181824">
                <a:off x="9998577" y="5518765"/>
                <a:ext cx="726574" cy="726574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1" name="図 80">
                <a:extLst>
                  <a:ext uri="{FF2B5EF4-FFF2-40B4-BE49-F238E27FC236}">
                    <a16:creationId xmlns:a16="http://schemas.microsoft.com/office/drawing/2014/main" id="{4FD76C4E-5CA2-4059-5D3F-5E2F06518A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71237">
                <a:off x="10141144" y="5659757"/>
                <a:ext cx="433702" cy="461805"/>
              </a:xfrm>
              <a:prstGeom prst="rect">
                <a:avLst/>
              </a:prstGeom>
            </p:spPr>
          </p:pic>
          <p:sp>
            <p:nvSpPr>
              <p:cNvPr id="82" name="楕円 81">
                <a:extLst>
                  <a:ext uri="{FF2B5EF4-FFF2-40B4-BE49-F238E27FC236}">
                    <a16:creationId xmlns:a16="http://schemas.microsoft.com/office/drawing/2014/main" id="{7C95498C-D502-B992-4D02-598A62EE92FB}"/>
                  </a:ext>
                </a:extLst>
              </p:cNvPr>
              <p:cNvSpPr/>
              <p:nvPr/>
            </p:nvSpPr>
            <p:spPr>
              <a:xfrm>
                <a:off x="10157970" y="5698213"/>
                <a:ext cx="398624" cy="398624"/>
              </a:xfrm>
              <a:prstGeom prst="ellipse">
                <a:avLst/>
              </a:prstGeom>
              <a:noFill/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3" name="楕円 82">
                <a:extLst>
                  <a:ext uri="{FF2B5EF4-FFF2-40B4-BE49-F238E27FC236}">
                    <a16:creationId xmlns:a16="http://schemas.microsoft.com/office/drawing/2014/main" id="{6EACCEC5-D22C-476D-2070-A70712A892E7}"/>
                  </a:ext>
                </a:extLst>
              </p:cNvPr>
              <p:cNvSpPr/>
              <p:nvPr/>
            </p:nvSpPr>
            <p:spPr>
              <a:xfrm>
                <a:off x="10034983" y="5556176"/>
                <a:ext cx="654961" cy="654961"/>
              </a:xfrm>
              <a:prstGeom prst="ellipse">
                <a:avLst/>
              </a:prstGeom>
              <a:noFill/>
              <a:ln>
                <a:solidFill>
                  <a:schemeClr val="tx1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grpSp>
          <p:nvGrpSpPr>
            <p:cNvPr id="106" name="グループ化 105">
              <a:extLst>
                <a:ext uri="{FF2B5EF4-FFF2-40B4-BE49-F238E27FC236}">
                  <a16:creationId xmlns:a16="http://schemas.microsoft.com/office/drawing/2014/main" id="{E77ADC7F-61E1-B31F-517E-7470B44869D4}"/>
                </a:ext>
              </a:extLst>
            </p:cNvPr>
            <p:cNvGrpSpPr/>
            <p:nvPr/>
          </p:nvGrpSpPr>
          <p:grpSpPr>
            <a:xfrm>
              <a:off x="2727454" y="6064245"/>
              <a:ext cx="363429" cy="336930"/>
              <a:chOff x="10757616" y="2940198"/>
              <a:chExt cx="898665" cy="833139"/>
            </a:xfrm>
          </p:grpSpPr>
          <p:sp>
            <p:nvSpPr>
              <p:cNvPr id="107" name="正方形/長方形 106">
                <a:extLst>
                  <a:ext uri="{FF2B5EF4-FFF2-40B4-BE49-F238E27FC236}">
                    <a16:creationId xmlns:a16="http://schemas.microsoft.com/office/drawing/2014/main" id="{979D68E1-065A-7F3B-FD2B-99B83A2EEC45}"/>
                  </a:ext>
                </a:extLst>
              </p:cNvPr>
              <p:cNvSpPr/>
              <p:nvPr/>
            </p:nvSpPr>
            <p:spPr>
              <a:xfrm rot="21181824">
                <a:off x="10799110" y="2940198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08" name="図 107">
                <a:extLst>
                  <a:ext uri="{FF2B5EF4-FFF2-40B4-BE49-F238E27FC236}">
                    <a16:creationId xmlns:a16="http://schemas.microsoft.com/office/drawing/2014/main" id="{89A55299-85F3-19E9-D888-33C0C9E722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57616" y="3019767"/>
                <a:ext cx="898665" cy="673999"/>
              </a:xfrm>
              <a:prstGeom prst="rect">
                <a:avLst/>
              </a:prstGeom>
            </p:spPr>
          </p:pic>
        </p:grpSp>
        <p:grpSp>
          <p:nvGrpSpPr>
            <p:cNvPr id="109" name="グループ化 108">
              <a:extLst>
                <a:ext uri="{FF2B5EF4-FFF2-40B4-BE49-F238E27FC236}">
                  <a16:creationId xmlns:a16="http://schemas.microsoft.com/office/drawing/2014/main" id="{3037AFDB-F18E-8070-18EB-D8571F2D6B31}"/>
                </a:ext>
              </a:extLst>
            </p:cNvPr>
            <p:cNvGrpSpPr/>
            <p:nvPr/>
          </p:nvGrpSpPr>
          <p:grpSpPr>
            <a:xfrm>
              <a:off x="2839977" y="5823772"/>
              <a:ext cx="272087" cy="272087"/>
              <a:chOff x="10799110" y="4679387"/>
              <a:chExt cx="833139" cy="833139"/>
            </a:xfrm>
          </p:grpSpPr>
          <p:sp>
            <p:nvSpPr>
              <p:cNvPr id="110" name="正方形/長方形 109">
                <a:extLst>
                  <a:ext uri="{FF2B5EF4-FFF2-40B4-BE49-F238E27FC236}">
                    <a16:creationId xmlns:a16="http://schemas.microsoft.com/office/drawing/2014/main" id="{1845A654-0050-0C1D-7A9F-E8B7B17A2333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11" name="図 110">
                <a:extLst>
                  <a:ext uri="{FF2B5EF4-FFF2-40B4-BE49-F238E27FC236}">
                    <a16:creationId xmlns:a16="http://schemas.microsoft.com/office/drawing/2014/main" id="{59DC0D42-488C-2780-0081-7514FABFFA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grpSp>
          <p:nvGrpSpPr>
            <p:cNvPr id="84" name="グループ化 83">
              <a:extLst>
                <a:ext uri="{FF2B5EF4-FFF2-40B4-BE49-F238E27FC236}">
                  <a16:creationId xmlns:a16="http://schemas.microsoft.com/office/drawing/2014/main" id="{61A4E8E4-E8BF-1956-AF65-08308CFC71DB}"/>
                </a:ext>
              </a:extLst>
            </p:cNvPr>
            <p:cNvGrpSpPr/>
            <p:nvPr/>
          </p:nvGrpSpPr>
          <p:grpSpPr>
            <a:xfrm>
              <a:off x="2763611" y="5578227"/>
              <a:ext cx="327228" cy="327228"/>
              <a:chOff x="9998577" y="5518765"/>
              <a:chExt cx="726574" cy="726574"/>
            </a:xfrm>
          </p:grpSpPr>
          <p:sp>
            <p:nvSpPr>
              <p:cNvPr id="85" name="正方形/長方形 84">
                <a:extLst>
                  <a:ext uri="{FF2B5EF4-FFF2-40B4-BE49-F238E27FC236}">
                    <a16:creationId xmlns:a16="http://schemas.microsoft.com/office/drawing/2014/main" id="{7288C875-AA78-4654-4A41-BDFC2EBA1E5E}"/>
                  </a:ext>
                </a:extLst>
              </p:cNvPr>
              <p:cNvSpPr/>
              <p:nvPr/>
            </p:nvSpPr>
            <p:spPr>
              <a:xfrm rot="21181824">
                <a:off x="9998577" y="5518765"/>
                <a:ext cx="726574" cy="726574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86" name="図 85">
                <a:extLst>
                  <a:ext uri="{FF2B5EF4-FFF2-40B4-BE49-F238E27FC236}">
                    <a16:creationId xmlns:a16="http://schemas.microsoft.com/office/drawing/2014/main" id="{1B91AA90-9375-CA8D-5C82-03D581527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56750">
                <a:off x="10165048" y="5605739"/>
                <a:ext cx="405746" cy="552626"/>
              </a:xfrm>
              <a:prstGeom prst="rect">
                <a:avLst/>
              </a:prstGeom>
            </p:spPr>
          </p:pic>
        </p:grp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286CE0B7-8785-F977-0FA5-DAB4F94434E6}"/>
                </a:ext>
              </a:extLst>
            </p:cNvPr>
            <p:cNvGrpSpPr/>
            <p:nvPr/>
          </p:nvGrpSpPr>
          <p:grpSpPr>
            <a:xfrm>
              <a:off x="2463952" y="5532896"/>
              <a:ext cx="284208" cy="284208"/>
              <a:chOff x="7462825" y="2159900"/>
              <a:chExt cx="890013" cy="890013"/>
            </a:xfrm>
          </p:grpSpPr>
          <p:sp>
            <p:nvSpPr>
              <p:cNvPr id="113" name="正方形/長方形 112">
                <a:extLst>
                  <a:ext uri="{FF2B5EF4-FFF2-40B4-BE49-F238E27FC236}">
                    <a16:creationId xmlns:a16="http://schemas.microsoft.com/office/drawing/2014/main" id="{89B17889-26D3-9044-070B-C39FF5569610}"/>
                  </a:ext>
                </a:extLst>
              </p:cNvPr>
              <p:cNvSpPr/>
              <p:nvPr/>
            </p:nvSpPr>
            <p:spPr>
              <a:xfrm rot="21181824">
                <a:off x="7462825" y="2159900"/>
                <a:ext cx="890013" cy="89001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pic>
            <p:nvPicPr>
              <p:cNvPr id="114" name="図 113">
                <a:extLst>
                  <a:ext uri="{FF2B5EF4-FFF2-40B4-BE49-F238E27FC236}">
                    <a16:creationId xmlns:a16="http://schemas.microsoft.com/office/drawing/2014/main" id="{FB6F20A8-835A-A677-B8E8-509B8417C6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23857" y="2223240"/>
                <a:ext cx="770245" cy="770245"/>
              </a:xfrm>
              <a:prstGeom prst="rect">
                <a:avLst/>
              </a:prstGeom>
            </p:spPr>
          </p:pic>
        </p:grpSp>
      </p:grpSp>
      <p:sp>
        <p:nvSpPr>
          <p:cNvPr id="117" name="テキスト ボックス 116">
            <a:extLst>
              <a:ext uri="{FF2B5EF4-FFF2-40B4-BE49-F238E27FC236}">
                <a16:creationId xmlns:a16="http://schemas.microsoft.com/office/drawing/2014/main" id="{485793CD-F3E9-DD62-F944-2AD6F31A871E}"/>
              </a:ext>
            </a:extLst>
          </p:cNvPr>
          <p:cNvSpPr txBox="1"/>
          <p:nvPr/>
        </p:nvSpPr>
        <p:spPr>
          <a:xfrm>
            <a:off x="6703075" y="5698149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+mj-ea"/>
                <a:ea typeface="+mj-ea"/>
              </a:rPr>
              <a:t>動画向け：</a:t>
            </a:r>
            <a:r>
              <a:rPr kumimoji="1" lang="ja-JP" altLang="en-US"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短いプレイ動画</a:t>
            </a:r>
            <a:endParaRPr kumimoji="1" lang="ja-JP" altLang="en-US" sz="2800">
              <a:solidFill>
                <a:schemeClr val="accent3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j-ea"/>
              <a:ea typeface="+mj-ea"/>
            </a:endParaRP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24CABF3E-8D94-D987-6DF0-64F32FBCDC90}"/>
              </a:ext>
            </a:extLst>
          </p:cNvPr>
          <p:cNvSpPr txBox="1"/>
          <p:nvPr/>
        </p:nvSpPr>
        <p:spPr>
          <a:xfrm>
            <a:off x="6641573" y="3043224"/>
            <a:ext cx="1871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総期間：</a:t>
            </a:r>
            <a:r>
              <a:rPr lang="en-US" altLang="ja-JP" sz="1600" b="1" u="sng">
                <a:latin typeface="+mn-ea"/>
              </a:rPr>
              <a:t>1</a:t>
            </a:r>
            <a:r>
              <a:rPr lang="ja-JP" altLang="en-US" sz="1600" b="1" u="sng">
                <a:latin typeface="+mn-ea"/>
              </a:rPr>
              <a:t>～</a:t>
            </a:r>
            <a:r>
              <a:rPr lang="en-US" altLang="ja-JP" sz="1600" b="1" u="sng">
                <a:latin typeface="+mn-ea"/>
              </a:rPr>
              <a:t>2</a:t>
            </a:r>
            <a:r>
              <a:rPr lang="ja-JP" altLang="en-US" sz="1600" b="1" u="sng">
                <a:latin typeface="+mn-ea"/>
              </a:rPr>
              <a:t>ヶ月</a:t>
            </a:r>
            <a:endParaRPr lang="ja-JP" altLang="ja-JP" sz="1600" b="1" u="sng">
              <a:latin typeface="+mn-ea"/>
            </a:endParaRPr>
          </a:p>
        </p:txBody>
      </p:sp>
      <p:cxnSp>
        <p:nvCxnSpPr>
          <p:cNvPr id="122" name="直線コネクタ 121">
            <a:extLst>
              <a:ext uri="{FF2B5EF4-FFF2-40B4-BE49-F238E27FC236}">
                <a16:creationId xmlns:a16="http://schemas.microsoft.com/office/drawing/2014/main" id="{D0FB073B-9CA2-E4E3-FC3B-12F684CF064C}"/>
              </a:ext>
            </a:extLst>
          </p:cNvPr>
          <p:cNvCxnSpPr>
            <a:cxnSpLocks/>
          </p:cNvCxnSpPr>
          <p:nvPr/>
        </p:nvCxnSpPr>
        <p:spPr>
          <a:xfrm>
            <a:off x="6736003" y="1440237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直線コネクタ 122">
            <a:extLst>
              <a:ext uri="{FF2B5EF4-FFF2-40B4-BE49-F238E27FC236}">
                <a16:creationId xmlns:a16="http://schemas.microsoft.com/office/drawing/2014/main" id="{EBD3B061-59A1-609A-0AFB-EB544C5DD647}"/>
              </a:ext>
            </a:extLst>
          </p:cNvPr>
          <p:cNvCxnSpPr>
            <a:cxnSpLocks/>
          </p:cNvCxnSpPr>
          <p:nvPr/>
        </p:nvCxnSpPr>
        <p:spPr>
          <a:xfrm>
            <a:off x="6736003" y="2171140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線コネクタ 123">
            <a:extLst>
              <a:ext uri="{FF2B5EF4-FFF2-40B4-BE49-F238E27FC236}">
                <a16:creationId xmlns:a16="http://schemas.microsoft.com/office/drawing/2014/main" id="{E7781574-F725-636A-FA47-D18EABAFC5F3}"/>
              </a:ext>
            </a:extLst>
          </p:cNvPr>
          <p:cNvCxnSpPr>
            <a:cxnSpLocks/>
          </p:cNvCxnSpPr>
          <p:nvPr/>
        </p:nvCxnSpPr>
        <p:spPr>
          <a:xfrm>
            <a:off x="6736003" y="2902044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5" name="グループ化 124">
            <a:extLst>
              <a:ext uri="{FF2B5EF4-FFF2-40B4-BE49-F238E27FC236}">
                <a16:creationId xmlns:a16="http://schemas.microsoft.com/office/drawing/2014/main" id="{65518471-D42C-4EC8-A2CE-11383D7A4E04}"/>
              </a:ext>
            </a:extLst>
          </p:cNvPr>
          <p:cNvGrpSpPr/>
          <p:nvPr/>
        </p:nvGrpSpPr>
        <p:grpSpPr>
          <a:xfrm>
            <a:off x="8734854" y="2865866"/>
            <a:ext cx="1395529" cy="921345"/>
            <a:chOff x="4234689" y="2585292"/>
            <a:chExt cx="5121404" cy="3381214"/>
          </a:xfrm>
        </p:grpSpPr>
        <p:pic>
          <p:nvPicPr>
            <p:cNvPr id="126" name="図 125">
              <a:extLst>
                <a:ext uri="{FF2B5EF4-FFF2-40B4-BE49-F238E27FC236}">
                  <a16:creationId xmlns:a16="http://schemas.microsoft.com/office/drawing/2014/main" id="{513A3E5B-33D4-2A3B-A138-306E61375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06140" y="2993485"/>
              <a:ext cx="3949953" cy="2962465"/>
            </a:xfrm>
            <a:prstGeom prst="rect">
              <a:avLst/>
            </a:prstGeom>
          </p:spPr>
        </p:pic>
        <p:pic>
          <p:nvPicPr>
            <p:cNvPr id="127" name="図 126">
              <a:extLst>
                <a:ext uri="{FF2B5EF4-FFF2-40B4-BE49-F238E27FC236}">
                  <a16:creationId xmlns:a16="http://schemas.microsoft.com/office/drawing/2014/main" id="{676131A6-DC62-B2EF-5C1E-F1A313605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4327025">
              <a:off x="4383778" y="2585292"/>
              <a:ext cx="2521775" cy="2521776"/>
            </a:xfrm>
            <a:prstGeom prst="rect">
              <a:avLst/>
            </a:prstGeom>
          </p:spPr>
        </p:pic>
        <p:pic>
          <p:nvPicPr>
            <p:cNvPr id="128" name="図 127">
              <a:extLst>
                <a:ext uri="{FF2B5EF4-FFF2-40B4-BE49-F238E27FC236}">
                  <a16:creationId xmlns:a16="http://schemas.microsoft.com/office/drawing/2014/main" id="{B1901967-19F6-A2D4-FCCF-4E56243AC2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7272975" flipV="1">
              <a:off x="4234689" y="3444731"/>
              <a:ext cx="2521775" cy="2521776"/>
            </a:xfrm>
            <a:prstGeom prst="rect">
              <a:avLst/>
            </a:prstGeom>
          </p:spPr>
        </p:pic>
      </p:grpSp>
      <p:sp>
        <p:nvSpPr>
          <p:cNvPr id="133" name="テキスト ボックス 132">
            <a:extLst>
              <a:ext uri="{FF2B5EF4-FFF2-40B4-BE49-F238E27FC236}">
                <a16:creationId xmlns:a16="http://schemas.microsoft.com/office/drawing/2014/main" id="{DD86A34F-51CF-E21D-8558-6D0D8E6EC093}"/>
              </a:ext>
            </a:extLst>
          </p:cNvPr>
          <p:cNvSpPr txBox="1"/>
          <p:nvPr/>
        </p:nvSpPr>
        <p:spPr>
          <a:xfrm>
            <a:off x="6703075" y="4843624"/>
            <a:ext cx="28520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視聴者参加型で同接を稼げ、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 u="sng">
                <a:latin typeface="+mj-ea"/>
                <a:ea typeface="+mj-ea"/>
              </a:rPr>
              <a:t>視聴者にもマーケティング</a:t>
            </a:r>
            <a:r>
              <a:rPr kumimoji="1" lang="ja-JP" altLang="en-US" sz="1600">
                <a:latin typeface="+mj-ea"/>
                <a:ea typeface="+mj-ea"/>
              </a:rPr>
              <a:t>！</a:t>
            </a:r>
            <a:endParaRPr kumimoji="1" lang="ja-JP" altLang="en-US" sz="2400">
              <a:latin typeface="+mj-ea"/>
              <a:ea typeface="+mj-ea"/>
            </a:endParaRPr>
          </a:p>
        </p:txBody>
      </p:sp>
      <p:sp>
        <p:nvSpPr>
          <p:cNvPr id="135" name="テキスト ボックス 134">
            <a:extLst>
              <a:ext uri="{FF2B5EF4-FFF2-40B4-BE49-F238E27FC236}">
                <a16:creationId xmlns:a16="http://schemas.microsoft.com/office/drawing/2014/main" id="{7E8A155E-B4AE-BE73-8378-CD8187D2F67C}"/>
              </a:ext>
            </a:extLst>
          </p:cNvPr>
          <p:cNvSpPr txBox="1"/>
          <p:nvPr/>
        </p:nvSpPr>
        <p:spPr>
          <a:xfrm>
            <a:off x="6703075" y="6081679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箱</a:t>
            </a:r>
            <a:r>
              <a:rPr kumimoji="1" lang="en-US" altLang="ja-JP" sz="1600">
                <a:latin typeface="+mj-ea"/>
                <a:ea typeface="+mj-ea"/>
              </a:rPr>
              <a:t>×</a:t>
            </a:r>
            <a:r>
              <a:rPr kumimoji="1" lang="ja-JP" altLang="en-US" sz="1600">
                <a:latin typeface="+mj-ea"/>
                <a:ea typeface="+mj-ea"/>
              </a:rPr>
              <a:t>多面タワーディフェンスの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 u="sng">
                <a:latin typeface="+mj-ea"/>
                <a:ea typeface="+mj-ea"/>
              </a:rPr>
              <a:t>既視感</a:t>
            </a:r>
            <a:r>
              <a:rPr kumimoji="1" lang="en-US" altLang="ja-JP" sz="1600" u="sng">
                <a:latin typeface="+mj-ea"/>
                <a:ea typeface="+mj-ea"/>
              </a:rPr>
              <a:t>×</a:t>
            </a:r>
            <a:r>
              <a:rPr kumimoji="1" lang="ja-JP" altLang="en-US" sz="1600" u="sng">
                <a:latin typeface="+mj-ea"/>
                <a:ea typeface="+mj-ea"/>
              </a:rPr>
              <a:t>斬新さをアピール</a:t>
            </a:r>
            <a:r>
              <a:rPr kumimoji="1" lang="ja-JP" altLang="en-US" sz="1600">
                <a:latin typeface="+mj-ea"/>
                <a:ea typeface="+mj-ea"/>
              </a:rPr>
              <a:t>！</a:t>
            </a:r>
            <a:endParaRPr kumimoji="1" lang="ja-JP" altLang="en-US" sz="2400">
              <a:latin typeface="+mj-ea"/>
              <a:ea typeface="+mj-ea"/>
            </a:endParaRPr>
          </a:p>
        </p:txBody>
      </p:sp>
      <p:cxnSp>
        <p:nvCxnSpPr>
          <p:cNvPr id="136" name="直線コネクタ 135">
            <a:extLst>
              <a:ext uri="{FF2B5EF4-FFF2-40B4-BE49-F238E27FC236}">
                <a16:creationId xmlns:a16="http://schemas.microsoft.com/office/drawing/2014/main" id="{FA864F70-58C7-E1EC-DA5D-8797308D309F}"/>
              </a:ext>
            </a:extLst>
          </p:cNvPr>
          <p:cNvCxnSpPr>
            <a:cxnSpLocks/>
          </p:cNvCxnSpPr>
          <p:nvPr/>
        </p:nvCxnSpPr>
        <p:spPr>
          <a:xfrm>
            <a:off x="6736003" y="5573232"/>
            <a:ext cx="2930343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4" name="グループ化 143">
            <a:extLst>
              <a:ext uri="{FF2B5EF4-FFF2-40B4-BE49-F238E27FC236}">
                <a16:creationId xmlns:a16="http://schemas.microsoft.com/office/drawing/2014/main" id="{90989389-07EE-86B6-943A-8A8EC17C0EDB}"/>
              </a:ext>
            </a:extLst>
          </p:cNvPr>
          <p:cNvGrpSpPr/>
          <p:nvPr/>
        </p:nvGrpSpPr>
        <p:grpSpPr>
          <a:xfrm>
            <a:off x="1107270" y="5150733"/>
            <a:ext cx="1126795" cy="369332"/>
            <a:chOff x="1107270" y="5150733"/>
            <a:chExt cx="1126795" cy="369332"/>
          </a:xfrm>
        </p:grpSpPr>
        <p:sp>
          <p:nvSpPr>
            <p:cNvPr id="140" name="フローチャート: 準備 139">
              <a:extLst>
                <a:ext uri="{FF2B5EF4-FFF2-40B4-BE49-F238E27FC236}">
                  <a16:creationId xmlns:a16="http://schemas.microsoft.com/office/drawing/2014/main" id="{C3D2CD54-9742-E51C-F311-FA64A5CF77A1}"/>
                </a:ext>
              </a:extLst>
            </p:cNvPr>
            <p:cNvSpPr/>
            <p:nvPr/>
          </p:nvSpPr>
          <p:spPr>
            <a:xfrm>
              <a:off x="1107270" y="5193658"/>
              <a:ext cx="1126795" cy="323007"/>
            </a:xfrm>
            <a:prstGeom prst="flowChartPreparation">
              <a:avLst/>
            </a:prstGeom>
            <a:solidFill>
              <a:schemeClr val="bg1">
                <a:lumMod val="10000"/>
                <a:lumOff val="90000"/>
                <a:alpha val="8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>
                <a:latin typeface="+mj-ea"/>
                <a:ea typeface="+mj-ea"/>
              </a:endParaRPr>
            </a:p>
          </p:txBody>
        </p:sp>
        <p:sp>
          <p:nvSpPr>
            <p:cNvPr id="143" name="テキスト ボックス 142">
              <a:extLst>
                <a:ext uri="{FF2B5EF4-FFF2-40B4-BE49-F238E27FC236}">
                  <a16:creationId xmlns:a16="http://schemas.microsoft.com/office/drawing/2014/main" id="{736AFA3F-4D97-BE46-697A-D089CF640BD1}"/>
                </a:ext>
              </a:extLst>
            </p:cNvPr>
            <p:cNvSpPr txBox="1"/>
            <p:nvPr/>
          </p:nvSpPr>
          <p:spPr>
            <a:xfrm>
              <a:off x="1350012" y="515073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bg1"/>
                  </a:solidFill>
                  <a:latin typeface="+mj-ea"/>
                  <a:ea typeface="+mj-ea"/>
                </a:rPr>
                <a:t>対戦</a:t>
              </a:r>
            </a:p>
          </p:txBody>
        </p:sp>
      </p:grpSp>
      <p:grpSp>
        <p:nvGrpSpPr>
          <p:cNvPr id="145" name="グループ化 144">
            <a:extLst>
              <a:ext uri="{FF2B5EF4-FFF2-40B4-BE49-F238E27FC236}">
                <a16:creationId xmlns:a16="http://schemas.microsoft.com/office/drawing/2014/main" id="{4CCE66F6-05C2-D61F-87D2-84520BED6EC4}"/>
              </a:ext>
            </a:extLst>
          </p:cNvPr>
          <p:cNvGrpSpPr/>
          <p:nvPr/>
        </p:nvGrpSpPr>
        <p:grpSpPr>
          <a:xfrm>
            <a:off x="544858" y="6370209"/>
            <a:ext cx="1126795" cy="369332"/>
            <a:chOff x="1107270" y="5150733"/>
            <a:chExt cx="1126795" cy="369332"/>
          </a:xfrm>
        </p:grpSpPr>
        <p:sp>
          <p:nvSpPr>
            <p:cNvPr id="146" name="フローチャート: 準備 145">
              <a:extLst>
                <a:ext uri="{FF2B5EF4-FFF2-40B4-BE49-F238E27FC236}">
                  <a16:creationId xmlns:a16="http://schemas.microsoft.com/office/drawing/2014/main" id="{16239BB7-FD73-4CE0-4060-00BC24B24BD6}"/>
                </a:ext>
              </a:extLst>
            </p:cNvPr>
            <p:cNvSpPr/>
            <p:nvPr/>
          </p:nvSpPr>
          <p:spPr>
            <a:xfrm>
              <a:off x="1107270" y="5193658"/>
              <a:ext cx="1126795" cy="323007"/>
            </a:xfrm>
            <a:prstGeom prst="flowChartPreparation">
              <a:avLst/>
            </a:prstGeom>
            <a:solidFill>
              <a:schemeClr val="bg1">
                <a:lumMod val="10000"/>
                <a:lumOff val="90000"/>
                <a:alpha val="8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>
                <a:latin typeface="+mj-ea"/>
                <a:ea typeface="+mj-ea"/>
              </a:endParaRPr>
            </a:p>
          </p:txBody>
        </p:sp>
        <p:sp>
          <p:nvSpPr>
            <p:cNvPr id="147" name="テキスト ボックス 146">
              <a:extLst>
                <a:ext uri="{FF2B5EF4-FFF2-40B4-BE49-F238E27FC236}">
                  <a16:creationId xmlns:a16="http://schemas.microsoft.com/office/drawing/2014/main" id="{EB97C226-0A31-A3D2-A08D-E8A086B99C5F}"/>
                </a:ext>
              </a:extLst>
            </p:cNvPr>
            <p:cNvSpPr txBox="1"/>
            <p:nvPr/>
          </p:nvSpPr>
          <p:spPr>
            <a:xfrm>
              <a:off x="1350012" y="515073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bg1"/>
                  </a:solidFill>
                  <a:latin typeface="+mj-ea"/>
                  <a:ea typeface="+mj-ea"/>
                </a:rPr>
                <a:t>育成</a:t>
              </a:r>
            </a:p>
          </p:txBody>
        </p:sp>
      </p:grpSp>
      <p:grpSp>
        <p:nvGrpSpPr>
          <p:cNvPr id="149" name="グループ化 148">
            <a:extLst>
              <a:ext uri="{FF2B5EF4-FFF2-40B4-BE49-F238E27FC236}">
                <a16:creationId xmlns:a16="http://schemas.microsoft.com/office/drawing/2014/main" id="{D56F45FC-9E16-5087-E210-82EA20AD1052}"/>
              </a:ext>
            </a:extLst>
          </p:cNvPr>
          <p:cNvGrpSpPr/>
          <p:nvPr/>
        </p:nvGrpSpPr>
        <p:grpSpPr>
          <a:xfrm>
            <a:off x="2089767" y="6370209"/>
            <a:ext cx="1126795" cy="369332"/>
            <a:chOff x="1107270" y="5150733"/>
            <a:chExt cx="1126795" cy="369332"/>
          </a:xfrm>
        </p:grpSpPr>
        <p:sp>
          <p:nvSpPr>
            <p:cNvPr id="150" name="フローチャート: 準備 149">
              <a:extLst>
                <a:ext uri="{FF2B5EF4-FFF2-40B4-BE49-F238E27FC236}">
                  <a16:creationId xmlns:a16="http://schemas.microsoft.com/office/drawing/2014/main" id="{7699FA6F-05C4-6FA2-6B26-999B3397C0FC}"/>
                </a:ext>
              </a:extLst>
            </p:cNvPr>
            <p:cNvSpPr/>
            <p:nvPr/>
          </p:nvSpPr>
          <p:spPr>
            <a:xfrm>
              <a:off x="1107270" y="5193658"/>
              <a:ext cx="1126795" cy="323007"/>
            </a:xfrm>
            <a:prstGeom prst="flowChartPreparation">
              <a:avLst/>
            </a:prstGeom>
            <a:solidFill>
              <a:schemeClr val="bg1">
                <a:lumMod val="10000"/>
                <a:lumOff val="90000"/>
                <a:alpha val="8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000">
                <a:latin typeface="+mj-ea"/>
                <a:ea typeface="+mj-ea"/>
              </a:endParaRPr>
            </a:p>
          </p:txBody>
        </p:sp>
        <p:sp>
          <p:nvSpPr>
            <p:cNvPr id="151" name="テキスト ボックス 150">
              <a:extLst>
                <a:ext uri="{FF2B5EF4-FFF2-40B4-BE49-F238E27FC236}">
                  <a16:creationId xmlns:a16="http://schemas.microsoft.com/office/drawing/2014/main" id="{EFFFAD1B-8DDA-EA4F-C070-73DD11276D87}"/>
                </a:ext>
              </a:extLst>
            </p:cNvPr>
            <p:cNvSpPr txBox="1"/>
            <p:nvPr/>
          </p:nvSpPr>
          <p:spPr>
            <a:xfrm>
              <a:off x="1350012" y="5150733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>
                  <a:solidFill>
                    <a:schemeClr val="bg1"/>
                  </a:solidFill>
                  <a:latin typeface="+mj-ea"/>
                  <a:ea typeface="+mj-ea"/>
                </a:rPr>
                <a:t>収集</a:t>
              </a:r>
            </a:p>
          </p:txBody>
        </p:sp>
      </p:grpSp>
      <p:sp>
        <p:nvSpPr>
          <p:cNvPr id="155" name="テキスト ボックス 154">
            <a:extLst>
              <a:ext uri="{FF2B5EF4-FFF2-40B4-BE49-F238E27FC236}">
                <a16:creationId xmlns:a16="http://schemas.microsoft.com/office/drawing/2014/main" id="{E173A7E5-776E-DE90-9A78-6BD701C020B8}"/>
              </a:ext>
            </a:extLst>
          </p:cNvPr>
          <p:cNvSpPr txBox="1"/>
          <p:nvPr/>
        </p:nvSpPr>
        <p:spPr>
          <a:xfrm>
            <a:off x="3488866" y="4711161"/>
            <a:ext cx="2646878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・</a:t>
            </a:r>
            <a:r>
              <a:rPr kumimoji="1" lang="en-US" altLang="ja-JP" sz="1600">
                <a:latin typeface="+mj-ea"/>
                <a:ea typeface="+mj-ea"/>
              </a:rPr>
              <a:t>1000</a:t>
            </a:r>
            <a:r>
              <a:rPr kumimoji="1" lang="ja-JP" altLang="en-US" sz="1600">
                <a:latin typeface="+mj-ea"/>
                <a:ea typeface="+mj-ea"/>
              </a:rPr>
              <a:t>本で</a:t>
            </a:r>
            <a:r>
              <a:rPr kumimoji="1" lang="en-US" altLang="ja-JP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55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万</a:t>
            </a:r>
            <a:r>
              <a:rPr kumimoji="1" lang="ja-JP" altLang="en-US" sz="1600">
                <a:latin typeface="+mj-ea"/>
                <a:ea typeface="+mj-ea"/>
              </a:rPr>
              <a:t>の売上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>
                <a:latin typeface="+mj-ea"/>
                <a:ea typeface="+mj-ea"/>
              </a:rPr>
              <a:t>・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標準的</a:t>
            </a:r>
            <a:r>
              <a:rPr kumimoji="1" lang="ja-JP" altLang="en-US" sz="1600" u="sng">
                <a:latin typeface="+mj-ea"/>
                <a:ea typeface="+mj-ea"/>
              </a:rPr>
              <a:t>な</a:t>
            </a:r>
            <a:r>
              <a:rPr kumimoji="1" lang="ja-JP" altLang="en-US" sz="1600">
                <a:latin typeface="+mj-ea"/>
                <a:ea typeface="+mj-ea"/>
              </a:rPr>
              <a:t>インディー価格</a:t>
            </a:r>
            <a:endParaRPr kumimoji="1" lang="ja-JP" altLang="en-US" sz="2400">
              <a:latin typeface="+mj-ea"/>
              <a:ea typeface="+mj-ea"/>
            </a:endParaRPr>
          </a:p>
        </p:txBody>
      </p:sp>
      <p:sp>
        <p:nvSpPr>
          <p:cNvPr id="157" name="テキスト ボックス 156">
            <a:extLst>
              <a:ext uri="{FF2B5EF4-FFF2-40B4-BE49-F238E27FC236}">
                <a16:creationId xmlns:a16="http://schemas.microsoft.com/office/drawing/2014/main" id="{77253B4F-147C-950B-F61C-0D9C3DA93102}"/>
              </a:ext>
            </a:extLst>
          </p:cNvPr>
          <p:cNvSpPr txBox="1"/>
          <p:nvPr/>
        </p:nvSpPr>
        <p:spPr>
          <a:xfrm>
            <a:off x="3488866" y="6071073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>
                <a:latin typeface="+mj-ea"/>
                <a:ea typeface="+mj-ea"/>
              </a:rPr>
              <a:t>・先にユーザー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人口を増やす</a:t>
            </a:r>
            <a:r>
              <a:rPr kumimoji="1" lang="ja-JP" altLang="en-US" sz="1600">
                <a:latin typeface="+mj-ea"/>
                <a:ea typeface="+mj-ea"/>
              </a:rPr>
              <a:t>。</a:t>
            </a:r>
            <a:br>
              <a:rPr kumimoji="1" lang="en-US" altLang="ja-JP" sz="1600">
                <a:latin typeface="+mj-ea"/>
                <a:ea typeface="+mj-ea"/>
              </a:rPr>
            </a:br>
            <a:r>
              <a:rPr kumimoji="1" lang="ja-JP" altLang="en-US" sz="1600">
                <a:latin typeface="+mj-ea"/>
                <a:ea typeface="+mj-ea"/>
              </a:rPr>
              <a:t>・</a:t>
            </a:r>
            <a:r>
              <a:rPr kumimoji="1" lang="ja-JP" altLang="en-US" sz="1600" u="sng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ea"/>
                <a:ea typeface="+mj-ea"/>
              </a:rPr>
              <a:t>ワンコイン</a:t>
            </a:r>
            <a:r>
              <a:rPr kumimoji="1" lang="ja-JP" altLang="en-US" sz="1600">
                <a:latin typeface="+mj-ea"/>
                <a:ea typeface="+mj-ea"/>
              </a:rPr>
              <a:t>でアピール。</a:t>
            </a:r>
            <a:endParaRPr kumimoji="1" lang="ja-JP" altLang="en-US" sz="2400">
              <a:latin typeface="+mj-ea"/>
              <a:ea typeface="+mj-ea"/>
            </a:endParaRPr>
          </a:p>
        </p:txBody>
      </p:sp>
      <p:cxnSp>
        <p:nvCxnSpPr>
          <p:cNvPr id="158" name="直線コネクタ 157">
            <a:extLst>
              <a:ext uri="{FF2B5EF4-FFF2-40B4-BE49-F238E27FC236}">
                <a16:creationId xmlns:a16="http://schemas.microsoft.com/office/drawing/2014/main" id="{81D03F79-5C24-2142-361F-BDC6A3B24F7D}"/>
              </a:ext>
            </a:extLst>
          </p:cNvPr>
          <p:cNvCxnSpPr>
            <a:cxnSpLocks/>
          </p:cNvCxnSpPr>
          <p:nvPr/>
        </p:nvCxnSpPr>
        <p:spPr>
          <a:xfrm>
            <a:off x="3508626" y="5501220"/>
            <a:ext cx="2738494" cy="0"/>
          </a:xfrm>
          <a:prstGeom prst="line">
            <a:avLst/>
          </a:prstGeom>
          <a:ln>
            <a:solidFill>
              <a:schemeClr val="tx1">
                <a:lumMod val="1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1" name="図 160">
            <a:extLst>
              <a:ext uri="{FF2B5EF4-FFF2-40B4-BE49-F238E27FC236}">
                <a16:creationId xmlns:a16="http://schemas.microsoft.com/office/drawing/2014/main" id="{B01C7131-3D12-4E64-9894-9D5C7485445D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129713">
            <a:off x="3637482" y="3567614"/>
            <a:ext cx="520066" cy="520066"/>
          </a:xfrm>
          <a:prstGeom prst="rect">
            <a:avLst/>
          </a:prstGeom>
        </p:spPr>
      </p:pic>
      <p:pic>
        <p:nvPicPr>
          <p:cNvPr id="163" name="図 162">
            <a:extLst>
              <a:ext uri="{FF2B5EF4-FFF2-40B4-BE49-F238E27FC236}">
                <a16:creationId xmlns:a16="http://schemas.microsoft.com/office/drawing/2014/main" id="{D66A91FA-37B1-F7DB-EEE5-51B3BDEE6EF2}"/>
              </a:ext>
            </a:extLst>
          </p:cNvPr>
          <p:cNvPicPr>
            <a:picLocks noChangeAspect="1"/>
          </p:cNvPicPr>
          <p:nvPr/>
        </p:nvPicPr>
        <p:blipFill>
          <a:blip r:embed="rId15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13945">
            <a:off x="5637712" y="3909990"/>
            <a:ext cx="662831" cy="662831"/>
          </a:xfrm>
          <a:prstGeom prst="rect">
            <a:avLst/>
          </a:prstGeom>
        </p:spPr>
      </p:pic>
      <p:pic>
        <p:nvPicPr>
          <p:cNvPr id="165" name="図 164">
            <a:extLst>
              <a:ext uri="{FF2B5EF4-FFF2-40B4-BE49-F238E27FC236}">
                <a16:creationId xmlns:a16="http://schemas.microsoft.com/office/drawing/2014/main" id="{05162776-CDE6-A12C-B550-C4B69F1EB700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017"/>
          <a:stretch>
            <a:fillRect/>
          </a:stretch>
        </p:blipFill>
        <p:spPr>
          <a:xfrm>
            <a:off x="140292" y="3163185"/>
            <a:ext cx="290916" cy="360129"/>
          </a:xfrm>
          <a:prstGeom prst="rect">
            <a:avLst/>
          </a:prstGeom>
        </p:spPr>
      </p:pic>
      <p:pic>
        <p:nvPicPr>
          <p:cNvPr id="167" name="図 166">
            <a:extLst>
              <a:ext uri="{FF2B5EF4-FFF2-40B4-BE49-F238E27FC236}">
                <a16:creationId xmlns:a16="http://schemas.microsoft.com/office/drawing/2014/main" id="{B2A299F4-86A4-6B3B-D305-F39CDBC6FA1A}"/>
              </a:ext>
            </a:extLst>
          </p:cNvPr>
          <p:cNvPicPr>
            <a:picLocks noChangeAspect="1"/>
          </p:cNvPicPr>
          <p:nvPr/>
        </p:nvPicPr>
        <p:blipFill>
          <a:blip r:embed="rId17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585876" y="3754579"/>
            <a:ext cx="406930" cy="315096"/>
          </a:xfrm>
          <a:prstGeom prst="rect">
            <a:avLst/>
          </a:prstGeom>
        </p:spPr>
      </p:pic>
      <p:pic>
        <p:nvPicPr>
          <p:cNvPr id="169" name="図 168">
            <a:extLst>
              <a:ext uri="{FF2B5EF4-FFF2-40B4-BE49-F238E27FC236}">
                <a16:creationId xmlns:a16="http://schemas.microsoft.com/office/drawing/2014/main" id="{E4CF376C-B243-9251-6E32-167D3D33D15B}"/>
              </a:ext>
            </a:extLst>
          </p:cNvPr>
          <p:cNvPicPr>
            <a:picLocks noChangeAspect="1"/>
          </p:cNvPicPr>
          <p:nvPr/>
        </p:nvPicPr>
        <p:blipFill>
          <a:blip r:embed="rId18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sharpenSoften amount="50000"/>
                    </a14:imgEffect>
                    <a14:imgEffect>
                      <a14:colorTemperature colorTemp="11200"/>
                    </a14:imgEffect>
                    <a14:imgEffect>
                      <a14:saturation sat="40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2165" y="4165690"/>
            <a:ext cx="349571" cy="349571"/>
          </a:xfrm>
          <a:prstGeom prst="rect">
            <a:avLst/>
          </a:prstGeom>
        </p:spPr>
      </p:pic>
      <p:pic>
        <p:nvPicPr>
          <p:cNvPr id="173" name="図 172">
            <a:extLst>
              <a:ext uri="{FF2B5EF4-FFF2-40B4-BE49-F238E27FC236}">
                <a16:creationId xmlns:a16="http://schemas.microsoft.com/office/drawing/2014/main" id="{33EC03FB-980F-21A4-25AC-5D068F134E75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34362">
            <a:off x="1916399" y="2050357"/>
            <a:ext cx="898499" cy="898499"/>
          </a:xfrm>
          <a:prstGeom prst="rect">
            <a:avLst/>
          </a:prstGeom>
        </p:spPr>
      </p:pic>
      <p:pic>
        <p:nvPicPr>
          <p:cNvPr id="174" name="図 173">
            <a:extLst>
              <a:ext uri="{FF2B5EF4-FFF2-40B4-BE49-F238E27FC236}">
                <a16:creationId xmlns:a16="http://schemas.microsoft.com/office/drawing/2014/main" id="{B7DF101D-CB61-EA18-9E74-B5C5BDFA75B5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466943">
            <a:off x="1704311" y="2136005"/>
            <a:ext cx="451961" cy="451961"/>
          </a:xfrm>
          <a:prstGeom prst="rect">
            <a:avLst/>
          </a:prstGeom>
        </p:spPr>
      </p:pic>
      <p:pic>
        <p:nvPicPr>
          <p:cNvPr id="172" name="図 171">
            <a:extLst>
              <a:ext uri="{FF2B5EF4-FFF2-40B4-BE49-F238E27FC236}">
                <a16:creationId xmlns:a16="http://schemas.microsoft.com/office/drawing/2014/main" id="{74DB0B66-F83C-0D38-D2F4-E47637DDBB1C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466943">
            <a:off x="2401295" y="2603106"/>
            <a:ext cx="451961" cy="451961"/>
          </a:xfrm>
          <a:prstGeom prst="rect">
            <a:avLst/>
          </a:prstGeom>
        </p:spPr>
      </p:pic>
      <p:sp>
        <p:nvSpPr>
          <p:cNvPr id="176" name="テキスト ボックス 175">
            <a:extLst>
              <a:ext uri="{FF2B5EF4-FFF2-40B4-BE49-F238E27FC236}">
                <a16:creationId xmlns:a16="http://schemas.microsoft.com/office/drawing/2014/main" id="{878F947B-8D10-A201-965A-1CEDBF3F11AE}"/>
              </a:ext>
            </a:extLst>
          </p:cNvPr>
          <p:cNvSpPr txBox="1"/>
          <p:nvPr/>
        </p:nvSpPr>
        <p:spPr>
          <a:xfrm>
            <a:off x="3342506" y="2843051"/>
            <a:ext cx="12346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blender</a:t>
            </a:r>
            <a:endParaRPr lang="ja-JP" altLang="ja-JP" sz="1600" b="1">
              <a:latin typeface="+mn-ea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508FFBD-6B87-8795-76B5-84382C3535BD}"/>
              </a:ext>
            </a:extLst>
          </p:cNvPr>
          <p:cNvSpPr txBox="1"/>
          <p:nvPr/>
        </p:nvSpPr>
        <p:spPr>
          <a:xfrm>
            <a:off x="4731523" y="2843051"/>
            <a:ext cx="1051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Codex</a:t>
            </a:r>
            <a:endParaRPr lang="ja-JP" altLang="ja-JP" sz="1600" b="1">
              <a:latin typeface="+mn-ea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1482093-ED8E-7554-1FCF-9FA3F35DA4C9}"/>
              </a:ext>
            </a:extLst>
          </p:cNvPr>
          <p:cNvSpPr txBox="1"/>
          <p:nvPr/>
        </p:nvSpPr>
        <p:spPr>
          <a:xfrm>
            <a:off x="4731523" y="1873416"/>
            <a:ext cx="10150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600" b="1">
                <a:latin typeface="+mn-ea"/>
              </a:rPr>
              <a:t>・</a:t>
            </a:r>
            <a:r>
              <a:rPr lang="en-US" altLang="ja-JP" sz="1600" b="1">
                <a:latin typeface="+mn-ea"/>
              </a:rPr>
              <a:t>Claud</a:t>
            </a:r>
            <a:endParaRPr lang="ja-JP" altLang="ja-JP" sz="1600" b="1">
              <a:latin typeface="+mn-ea"/>
            </a:endParaRPr>
          </a:p>
        </p:txBody>
      </p:sp>
      <p:sp>
        <p:nvSpPr>
          <p:cNvPr id="13" name="吹き出し: 円形 12">
            <a:extLst>
              <a:ext uri="{FF2B5EF4-FFF2-40B4-BE49-F238E27FC236}">
                <a16:creationId xmlns:a16="http://schemas.microsoft.com/office/drawing/2014/main" id="{C23F8944-C93B-96CF-03CB-9449E4D53E0C}"/>
              </a:ext>
            </a:extLst>
          </p:cNvPr>
          <p:cNvSpPr/>
          <p:nvPr/>
        </p:nvSpPr>
        <p:spPr>
          <a:xfrm>
            <a:off x="4510509" y="872223"/>
            <a:ext cx="1524954" cy="422583"/>
          </a:xfrm>
          <a:prstGeom prst="wedgeEllipseCallout">
            <a:avLst>
              <a:gd name="adj1" fmla="val -13409"/>
              <a:gd name="adj2" fmla="val -79695"/>
            </a:avLst>
          </a:prstGeom>
          <a:solidFill>
            <a:schemeClr val="accent1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0EE2BED-1D51-B819-3525-4851D05D9833}"/>
              </a:ext>
            </a:extLst>
          </p:cNvPr>
          <p:cNvSpPr txBox="1"/>
          <p:nvPr/>
        </p:nvSpPr>
        <p:spPr>
          <a:xfrm>
            <a:off x="4669172" y="933405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1600" b="1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15000"/>
                    </a:prstClr>
                  </a:outerShdw>
                </a:effectLst>
                <a:latin typeface="+mn-ea"/>
              </a:rPr>
              <a:t>※</a:t>
            </a:r>
            <a:r>
              <a:rPr lang="ja-JP" altLang="en-US" sz="1600" b="1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15000"/>
                    </a:prstClr>
                  </a:outerShdw>
                </a:effectLst>
                <a:latin typeface="+mn-ea"/>
              </a:rPr>
              <a:t>主なもの</a:t>
            </a:r>
            <a:endParaRPr lang="ja-JP" altLang="ja-JP" sz="1600" b="1">
              <a:solidFill>
                <a:schemeClr val="accent1"/>
              </a:solidFill>
              <a:effectLst>
                <a:outerShdw blurRad="50800" dist="38100" dir="2700000" algn="tl" rotWithShape="0">
                  <a:prstClr val="black">
                    <a:alpha val="15000"/>
                  </a:prstClr>
                </a:outerShdw>
              </a:effectLst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5539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D0AB13-4A4A-F7FA-AA96-AAB564FC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28C8DA6-06B6-5F36-5AC2-52551519CC68}"/>
              </a:ext>
            </a:extLst>
          </p:cNvPr>
          <p:cNvSpPr txBox="1"/>
          <p:nvPr/>
        </p:nvSpPr>
        <p:spPr>
          <a:xfrm>
            <a:off x="3871353" y="2527301"/>
            <a:ext cx="238238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6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ボツ</a:t>
            </a:r>
          </a:p>
        </p:txBody>
      </p:sp>
    </p:spTree>
    <p:extLst>
      <p:ext uri="{BB962C8B-B14F-4D97-AF65-F5344CB8AC3E}">
        <p14:creationId xmlns:p14="http://schemas.microsoft.com/office/powerpoint/2010/main" val="3749587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ABADD9-D75A-D53E-0C18-CDD014A0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4746CF6-6B3F-34B8-221F-FFDAE34DADB1}"/>
              </a:ext>
            </a:extLst>
          </p:cNvPr>
          <p:cNvSpPr txBox="1"/>
          <p:nvPr/>
        </p:nvSpPr>
        <p:spPr>
          <a:xfrm>
            <a:off x="1136620" y="1502834"/>
            <a:ext cx="195277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コピー用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47369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0CCF19-A270-9305-7737-F7D37F115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5382C73E-70B6-DE45-2EBB-8BDBDFABA9DA}"/>
              </a:ext>
            </a:extLst>
          </p:cNvPr>
          <p:cNvSpPr/>
          <p:nvPr/>
        </p:nvSpPr>
        <p:spPr>
          <a:xfrm>
            <a:off x="0" y="3429000"/>
            <a:ext cx="9906001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9C48685-7F76-CDBA-B5CF-30C8CF247013}"/>
              </a:ext>
            </a:extLst>
          </p:cNvPr>
          <p:cNvSpPr txBox="1"/>
          <p:nvPr/>
        </p:nvSpPr>
        <p:spPr>
          <a:xfrm>
            <a:off x="249066" y="262876"/>
            <a:ext cx="438613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相手のオフダを</a:t>
            </a:r>
            <a:br>
              <a:rPr kumimoji="1" lang="en-US" altLang="ja-JP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solidFill>
                  <a:schemeClr val="bg1"/>
                </a:solidFill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無力化して</a:t>
            </a:r>
            <a:endParaRPr kumimoji="1" lang="ja-JP" altLang="en-US" sz="5400">
              <a:solidFill>
                <a:schemeClr val="bg1"/>
              </a:solidFill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40EAA9D-5EFD-D310-311E-97B60D4B81C8}"/>
              </a:ext>
            </a:extLst>
          </p:cNvPr>
          <p:cNvSpPr txBox="1"/>
          <p:nvPr/>
        </p:nvSpPr>
        <p:spPr>
          <a:xfrm>
            <a:off x="6217005" y="3640569"/>
            <a:ext cx="300274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ハコを</a:t>
            </a:r>
            <a:br>
              <a:rPr kumimoji="1" lang="en-US" altLang="ja-JP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</a:br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占領しろ！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7CE9345-7BA5-C22B-2011-435EDEF43D84}"/>
              </a:ext>
            </a:extLst>
          </p:cNvPr>
          <p:cNvGrpSpPr/>
          <p:nvPr/>
        </p:nvGrpSpPr>
        <p:grpSpPr>
          <a:xfrm>
            <a:off x="528554" y="3836323"/>
            <a:ext cx="5131414" cy="3024523"/>
            <a:chOff x="384002" y="60649"/>
            <a:chExt cx="11429510" cy="6736702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866E5540-F359-7DC5-83DB-52DFDE28B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59" t="2578" r="1446" b="3211"/>
            <a:stretch>
              <a:fillRect/>
            </a:stretch>
          </p:blipFill>
          <p:spPr>
            <a:xfrm>
              <a:off x="1464518" y="60649"/>
              <a:ext cx="9262964" cy="6736702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BB1E398C-D42B-77E0-9328-C77CC55339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7782982" y="513193"/>
              <a:ext cx="1337576" cy="1337576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94469C19-D21A-59F3-7601-6673C247E7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2402364">
              <a:off x="6884974" y="656445"/>
              <a:ext cx="1337576" cy="1337576"/>
            </a:xfrm>
            <a:prstGeom prst="rect">
              <a:avLst/>
            </a:prstGeom>
            <a:scene3d>
              <a:camera prst="isometricBottomDown"/>
              <a:lightRig rig="threePt" dir="t"/>
            </a:scene3d>
          </p:spPr>
        </p:pic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32954F02-CBD1-1FAD-975A-D3AC759460C0}"/>
                </a:ext>
              </a:extLst>
            </p:cNvPr>
            <p:cNvGrpSpPr/>
            <p:nvPr/>
          </p:nvGrpSpPr>
          <p:grpSpPr>
            <a:xfrm>
              <a:off x="3025354" y="728994"/>
              <a:ext cx="1949467" cy="1171847"/>
              <a:chOff x="3023749" y="662966"/>
              <a:chExt cx="2094815" cy="1259217"/>
            </a:xfrm>
          </p:grpSpPr>
          <p:grpSp>
            <p:nvGrpSpPr>
              <p:cNvPr id="70" name="グループ化 69">
                <a:extLst>
                  <a:ext uri="{FF2B5EF4-FFF2-40B4-BE49-F238E27FC236}">
                    <a16:creationId xmlns:a16="http://schemas.microsoft.com/office/drawing/2014/main" id="{E1204C20-B02E-CB06-50ED-4002BD8899D5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7" name="正方形/長方形 76">
                  <a:extLst>
                    <a:ext uri="{FF2B5EF4-FFF2-40B4-BE49-F238E27FC236}">
                      <a16:creationId xmlns:a16="http://schemas.microsoft.com/office/drawing/2014/main" id="{744567F5-9EA2-EDF4-10F8-532D7A0FBE59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78" name="図 77">
                  <a:extLst>
                    <a:ext uri="{FF2B5EF4-FFF2-40B4-BE49-F238E27FC236}">
                      <a16:creationId xmlns:a16="http://schemas.microsoft.com/office/drawing/2014/main" id="{F3D77110-0B59-B186-27B0-FE037EAC8D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1" name="グループ化 70">
                <a:extLst>
                  <a:ext uri="{FF2B5EF4-FFF2-40B4-BE49-F238E27FC236}">
                    <a16:creationId xmlns:a16="http://schemas.microsoft.com/office/drawing/2014/main" id="{44C01D16-0C71-7D5E-26AC-40F9D1C62FE8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5" name="正方形/長方形 74">
                  <a:extLst>
                    <a:ext uri="{FF2B5EF4-FFF2-40B4-BE49-F238E27FC236}">
                      <a16:creationId xmlns:a16="http://schemas.microsoft.com/office/drawing/2014/main" id="{528E50FD-D32A-8326-BEF0-FD34FD4645CE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76" name="図 75">
                  <a:extLst>
                    <a:ext uri="{FF2B5EF4-FFF2-40B4-BE49-F238E27FC236}">
                      <a16:creationId xmlns:a16="http://schemas.microsoft.com/office/drawing/2014/main" id="{3ACCA26E-4B58-0000-A0F6-0A9D7BEB593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72" name="グループ化 71">
                <a:extLst>
                  <a:ext uri="{FF2B5EF4-FFF2-40B4-BE49-F238E27FC236}">
                    <a16:creationId xmlns:a16="http://schemas.microsoft.com/office/drawing/2014/main" id="{27321989-8B77-A56A-C9D6-DE765B38E737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73" name="正方形/長方形 72">
                  <a:extLst>
                    <a:ext uri="{FF2B5EF4-FFF2-40B4-BE49-F238E27FC236}">
                      <a16:creationId xmlns:a16="http://schemas.microsoft.com/office/drawing/2014/main" id="{6DCB8C91-5F79-5D3E-C59B-77BDBEE478E2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74" name="図 73">
                  <a:extLst>
                    <a:ext uri="{FF2B5EF4-FFF2-40B4-BE49-F238E27FC236}">
                      <a16:creationId xmlns:a16="http://schemas.microsoft.com/office/drawing/2014/main" id="{DFEED043-8130-AB94-90AB-8F46DF6895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1E47BCEC-0EF6-2895-16C6-66AFC1D3031D}"/>
                </a:ext>
              </a:extLst>
            </p:cNvPr>
            <p:cNvGrpSpPr/>
            <p:nvPr/>
          </p:nvGrpSpPr>
          <p:grpSpPr>
            <a:xfrm>
              <a:off x="4678128" y="694981"/>
              <a:ext cx="2094815" cy="1259217"/>
              <a:chOff x="3023749" y="662966"/>
              <a:chExt cx="2094815" cy="1259217"/>
            </a:xfrm>
          </p:grpSpPr>
          <p:grpSp>
            <p:nvGrpSpPr>
              <p:cNvPr id="61" name="グループ化 60">
                <a:extLst>
                  <a:ext uri="{FF2B5EF4-FFF2-40B4-BE49-F238E27FC236}">
                    <a16:creationId xmlns:a16="http://schemas.microsoft.com/office/drawing/2014/main" id="{72027FEB-6EEE-5EAE-0D37-EE6E6155F5D6}"/>
                  </a:ext>
                </a:extLst>
              </p:cNvPr>
              <p:cNvGrpSpPr/>
              <p:nvPr/>
            </p:nvGrpSpPr>
            <p:grpSpPr>
              <a:xfrm rot="10314581">
                <a:off x="3023749" y="79233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8" name="正方形/長方形 67">
                  <a:extLst>
                    <a:ext uri="{FF2B5EF4-FFF2-40B4-BE49-F238E27FC236}">
                      <a16:creationId xmlns:a16="http://schemas.microsoft.com/office/drawing/2014/main" id="{166A69C5-1BE9-CDFE-1E4A-0016C05D4B29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69" name="図 68">
                  <a:extLst>
                    <a:ext uri="{FF2B5EF4-FFF2-40B4-BE49-F238E27FC236}">
                      <a16:creationId xmlns:a16="http://schemas.microsoft.com/office/drawing/2014/main" id="{D035390D-E10A-41E8-F07B-F54979CD600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2" name="グループ化 61">
                <a:extLst>
                  <a:ext uri="{FF2B5EF4-FFF2-40B4-BE49-F238E27FC236}">
                    <a16:creationId xmlns:a16="http://schemas.microsoft.com/office/drawing/2014/main" id="{397CEAD8-76E0-9316-72B1-62C884EC91D8}"/>
                  </a:ext>
                </a:extLst>
              </p:cNvPr>
              <p:cNvGrpSpPr/>
              <p:nvPr/>
            </p:nvGrpSpPr>
            <p:grpSpPr>
              <a:xfrm rot="10314581">
                <a:off x="3855751" y="662966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6" name="正方形/長方形 65">
                  <a:extLst>
                    <a:ext uri="{FF2B5EF4-FFF2-40B4-BE49-F238E27FC236}">
                      <a16:creationId xmlns:a16="http://schemas.microsoft.com/office/drawing/2014/main" id="{590E2C3C-72DC-C273-9DA1-47AB020909F3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67" name="図 66">
                  <a:extLst>
                    <a:ext uri="{FF2B5EF4-FFF2-40B4-BE49-F238E27FC236}">
                      <a16:creationId xmlns:a16="http://schemas.microsoft.com/office/drawing/2014/main" id="{3C2C780A-F777-37A2-AA6E-EE6CF4E2D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グループ化 62">
                <a:extLst>
                  <a:ext uri="{FF2B5EF4-FFF2-40B4-BE49-F238E27FC236}">
                    <a16:creationId xmlns:a16="http://schemas.microsoft.com/office/drawing/2014/main" id="{0C2672DF-C409-FE88-6010-AADE93DE25B7}"/>
                  </a:ext>
                </a:extLst>
              </p:cNvPr>
              <p:cNvGrpSpPr/>
              <p:nvPr/>
            </p:nvGrpSpPr>
            <p:grpSpPr>
              <a:xfrm rot="10314581">
                <a:off x="4008566" y="884157"/>
                <a:ext cx="1109998" cy="1038026"/>
                <a:chOff x="4369225" y="1829062"/>
                <a:chExt cx="811086" cy="758496"/>
              </a:xfrm>
              <a:scene3d>
                <a:camera prst="isometricTopUp"/>
                <a:lightRig rig="threePt" dir="t"/>
              </a:scene3d>
            </p:grpSpPr>
            <p:sp>
              <p:nvSpPr>
                <p:cNvPr id="64" name="正方形/長方形 63">
                  <a:extLst>
                    <a:ext uri="{FF2B5EF4-FFF2-40B4-BE49-F238E27FC236}">
                      <a16:creationId xmlns:a16="http://schemas.microsoft.com/office/drawing/2014/main" id="{7F223359-E3DC-7D98-0ECF-2F3E7165A432}"/>
                    </a:ext>
                  </a:extLst>
                </p:cNvPr>
                <p:cNvSpPr/>
                <p:nvPr/>
              </p:nvSpPr>
              <p:spPr>
                <a:xfrm>
                  <a:off x="4369225" y="1829062"/>
                  <a:ext cx="811086" cy="758495"/>
                </a:xfrm>
                <a:prstGeom prst="rect">
                  <a:avLst/>
                </a:prstGeom>
                <a:solidFill>
                  <a:schemeClr val="accent3">
                    <a:lumMod val="60000"/>
                    <a:lumOff val="4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65" name="図 64">
                  <a:extLst>
                    <a:ext uri="{FF2B5EF4-FFF2-40B4-BE49-F238E27FC236}">
                      <a16:creationId xmlns:a16="http://schemas.microsoft.com/office/drawing/2014/main" id="{4BF8045C-DAC4-FDAB-F803-4B741A8E702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5520" y="1829062"/>
                  <a:ext cx="758496" cy="758496"/>
                </a:xfrm>
                <a:prstGeom prst="rect">
                  <a:avLst/>
                </a:prstGeom>
              </p:spPr>
            </p:pic>
          </p:grpSp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B1422C4D-DF36-31D3-4C74-81E19AF04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062" y="2903805"/>
              <a:ext cx="2245045" cy="1683784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877E3B99-BF83-5A1C-0512-FF9BCB3AB1B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18405" y="2290949"/>
              <a:ext cx="2245045" cy="1683784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5ABBCBA3-29B6-0016-B3A0-4813BFE775F3}"/>
                </a:ext>
              </a:extLst>
            </p:cNvPr>
            <p:cNvGrpSpPr/>
            <p:nvPr/>
          </p:nvGrpSpPr>
          <p:grpSpPr>
            <a:xfrm>
              <a:off x="9710025" y="1519117"/>
              <a:ext cx="619063" cy="619063"/>
              <a:chOff x="10799110" y="4679387"/>
              <a:chExt cx="833139" cy="833139"/>
            </a:xfrm>
            <a:scene3d>
              <a:camera prst="isometricOffAxis2Right"/>
              <a:lightRig rig="threePt" dir="t"/>
            </a:scene3d>
          </p:grpSpPr>
          <p:sp>
            <p:nvSpPr>
              <p:cNvPr id="59" name="正方形/長方形 58">
                <a:extLst>
                  <a:ext uri="{FF2B5EF4-FFF2-40B4-BE49-F238E27FC236}">
                    <a16:creationId xmlns:a16="http://schemas.microsoft.com/office/drawing/2014/main" id="{B5D91EAB-864E-D38D-F93D-E61F24062965}"/>
                  </a:ext>
                </a:extLst>
              </p:cNvPr>
              <p:cNvSpPr/>
              <p:nvPr/>
            </p:nvSpPr>
            <p:spPr>
              <a:xfrm rot="21181824">
                <a:off x="10799110" y="4679387"/>
                <a:ext cx="833139" cy="833139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700">
                  <a:latin typeface="+mn-ea"/>
                </a:endParaRPr>
              </a:p>
            </p:txBody>
          </p:sp>
          <p:pic>
            <p:nvPicPr>
              <p:cNvPr id="60" name="図 59">
                <a:extLst>
                  <a:ext uri="{FF2B5EF4-FFF2-40B4-BE49-F238E27FC236}">
                    <a16:creationId xmlns:a16="http://schemas.microsoft.com/office/drawing/2014/main" id="{9C80CB06-2A92-0CA0-3E1E-93E8053C94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21082600">
                <a:off x="10855906" y="4826127"/>
                <a:ext cx="719546" cy="539659"/>
              </a:xfrm>
              <a:prstGeom prst="rect">
                <a:avLst/>
              </a:prstGeom>
            </p:spPr>
          </p:pic>
        </p:grpSp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306AA3FC-CD22-A418-C718-D98C65D51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8899935" y="3444290"/>
              <a:ext cx="1226128" cy="53965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83CBABE1-B1AD-309F-DC46-0ED97CA0CCC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1082600">
              <a:off x="9098959" y="2842099"/>
              <a:ext cx="1226128" cy="53965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1F7BC2DE-E9D2-669E-4356-C10F46B03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8406652" y="4106261"/>
              <a:ext cx="1293184" cy="1002013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38686DDC-92CC-E1CE-4BE4-C3B0CABF4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8278916" y="3393420"/>
              <a:ext cx="1293184" cy="1002013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A7C13ABD-EC78-CB4D-4000-9023518CB9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384" t="72502"/>
            <a:stretch>
              <a:fillRect/>
            </a:stretch>
          </p:blipFill>
          <p:spPr>
            <a:xfrm flipH="1">
              <a:off x="8415851" y="2752853"/>
              <a:ext cx="1293184" cy="1002013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F44C1EBA-439C-13EE-6FB3-4BA29D5BC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222463" flipH="1">
              <a:off x="8892013" y="2510052"/>
              <a:ext cx="1131336" cy="110656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24599A35-2E7F-9988-7B0F-A4F1943DE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8812109" y="3844873"/>
              <a:ext cx="1217493" cy="110656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38593DF2-9754-BCBE-AD3B-DD152D43095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7721"/>
            <a:stretch>
              <a:fillRect/>
            </a:stretch>
          </p:blipFill>
          <p:spPr>
            <a:xfrm rot="20420475" flipH="1">
              <a:off x="8739536" y="3259839"/>
              <a:ext cx="1217493" cy="1106569"/>
            </a:xfrm>
            <a:prstGeom prst="rect">
              <a:avLst/>
            </a:prstGeom>
            <a:scene3d>
              <a:camera prst="isometricOffAxis2Right"/>
              <a:lightRig rig="threePt" dir="t"/>
            </a:scene3d>
          </p:spPr>
        </p:pic>
        <p:grpSp>
          <p:nvGrpSpPr>
            <p:cNvPr id="21" name="グループ化 20">
              <a:extLst>
                <a:ext uri="{FF2B5EF4-FFF2-40B4-BE49-F238E27FC236}">
                  <a16:creationId xmlns:a16="http://schemas.microsoft.com/office/drawing/2014/main" id="{B824B72B-A5A1-2480-7C09-1762DDDC5E6C}"/>
                </a:ext>
              </a:extLst>
            </p:cNvPr>
            <p:cNvGrpSpPr/>
            <p:nvPr/>
          </p:nvGrpSpPr>
          <p:grpSpPr>
            <a:xfrm>
              <a:off x="8559947" y="1949661"/>
              <a:ext cx="754362" cy="1010384"/>
              <a:chOff x="540604" y="2929405"/>
              <a:chExt cx="826175" cy="1106569"/>
            </a:xfrm>
            <a:scene3d>
              <a:camera prst="isometricOffAxis2Right"/>
              <a:lightRig rig="threePt" dir="t"/>
            </a:scene3d>
          </p:grpSpPr>
          <p:sp>
            <p:nvSpPr>
              <p:cNvPr id="57" name="正方形/長方形 56">
                <a:extLst>
                  <a:ext uri="{FF2B5EF4-FFF2-40B4-BE49-F238E27FC236}">
                    <a16:creationId xmlns:a16="http://schemas.microsoft.com/office/drawing/2014/main" id="{866169CD-AF3E-03C8-D1EA-69C09E030EDC}"/>
                  </a:ext>
                </a:extLst>
              </p:cNvPr>
              <p:cNvSpPr/>
              <p:nvPr/>
            </p:nvSpPr>
            <p:spPr>
              <a:xfrm rot="765235">
                <a:off x="581386" y="3060995"/>
                <a:ext cx="776832" cy="776832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700">
                  <a:latin typeface="+mn-ea"/>
                </a:endParaRPr>
              </a:p>
            </p:txBody>
          </p:sp>
          <p:pic>
            <p:nvPicPr>
              <p:cNvPr id="58" name="図 57">
                <a:extLst>
                  <a:ext uri="{FF2B5EF4-FFF2-40B4-BE49-F238E27FC236}">
                    <a16:creationId xmlns:a16="http://schemas.microsoft.com/office/drawing/2014/main" id="{A0D9C143-D02C-8F32-04FE-E8ADF2DBB8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47218"/>
              <a:stretch>
                <a:fillRect/>
              </a:stretch>
            </p:blipFill>
            <p:spPr>
              <a:xfrm rot="896244">
                <a:off x="540604" y="2929405"/>
                <a:ext cx="826175" cy="1106569"/>
              </a:xfrm>
              <a:prstGeom prst="rect">
                <a:avLst/>
              </a:prstGeom>
            </p:spPr>
          </p:pic>
        </p:grp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CABA70FD-F900-8CA8-1587-8E8C130B0C89}"/>
                </a:ext>
              </a:extLst>
            </p:cNvPr>
            <p:cNvGrpSpPr/>
            <p:nvPr/>
          </p:nvGrpSpPr>
          <p:grpSpPr>
            <a:xfrm>
              <a:off x="384002" y="885696"/>
              <a:ext cx="1182205" cy="5086608"/>
              <a:chOff x="384002" y="989518"/>
              <a:chExt cx="1182205" cy="5086608"/>
            </a:xfrm>
          </p:grpSpPr>
          <p:grpSp>
            <p:nvGrpSpPr>
              <p:cNvPr id="39" name="グループ化 38">
                <a:extLst>
                  <a:ext uri="{FF2B5EF4-FFF2-40B4-BE49-F238E27FC236}">
                    <a16:creationId xmlns:a16="http://schemas.microsoft.com/office/drawing/2014/main" id="{C251CE36-32FB-6A2B-3F64-C271783F7371}"/>
                  </a:ext>
                </a:extLst>
              </p:cNvPr>
              <p:cNvGrpSpPr/>
              <p:nvPr/>
            </p:nvGrpSpPr>
            <p:grpSpPr>
              <a:xfrm>
                <a:off x="384002" y="989518"/>
                <a:ext cx="1182205" cy="5086608"/>
                <a:chOff x="384002" y="1014918"/>
                <a:chExt cx="1182205" cy="5086608"/>
              </a:xfrm>
            </p:grpSpPr>
            <p:sp>
              <p:nvSpPr>
                <p:cNvPr id="55" name="四角形: 角を丸くする 54">
                  <a:extLst>
                    <a:ext uri="{FF2B5EF4-FFF2-40B4-BE49-F238E27FC236}">
                      <a16:creationId xmlns:a16="http://schemas.microsoft.com/office/drawing/2014/main" id="{9D23F4F7-3CB9-DE92-C767-5E2FB2A6AC2B}"/>
                    </a:ext>
                  </a:extLst>
                </p:cNvPr>
                <p:cNvSpPr/>
                <p:nvPr/>
              </p:nvSpPr>
              <p:spPr>
                <a:xfrm>
                  <a:off x="384003" y="1800885"/>
                  <a:ext cx="1182204" cy="4300641"/>
                </a:xfrm>
                <a:prstGeom prst="roundRect">
                  <a:avLst/>
                </a:prstGeom>
                <a:solidFill>
                  <a:schemeClr val="tx1">
                    <a:lumMod val="25000"/>
                    <a:alpha val="85000"/>
                  </a:schemeClr>
                </a:solidFill>
                <a:ln w="254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sp>
              <p:nvSpPr>
                <p:cNvPr id="56" name="楕円 55">
                  <a:extLst>
                    <a:ext uri="{FF2B5EF4-FFF2-40B4-BE49-F238E27FC236}">
                      <a16:creationId xmlns:a16="http://schemas.microsoft.com/office/drawing/2014/main" id="{E6AC1FD0-1A88-801C-8D2B-977B186BF636}"/>
                    </a:ext>
                  </a:extLst>
                </p:cNvPr>
                <p:cNvSpPr/>
                <p:nvPr/>
              </p:nvSpPr>
              <p:spPr>
                <a:xfrm>
                  <a:off x="384002" y="1014918"/>
                  <a:ext cx="1182205" cy="1182205"/>
                </a:xfrm>
                <a:prstGeom prst="ellipse">
                  <a:avLst/>
                </a:prstGeom>
                <a:solidFill>
                  <a:schemeClr val="accent3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</p:grpSp>
          <p:grpSp>
            <p:nvGrpSpPr>
              <p:cNvPr id="40" name="グループ化 39">
                <a:extLst>
                  <a:ext uri="{FF2B5EF4-FFF2-40B4-BE49-F238E27FC236}">
                    <a16:creationId xmlns:a16="http://schemas.microsoft.com/office/drawing/2014/main" id="{4C5B5B2A-24CB-BA8A-D124-295F0E2214D4}"/>
                  </a:ext>
                </a:extLst>
              </p:cNvPr>
              <p:cNvGrpSpPr/>
              <p:nvPr/>
            </p:nvGrpSpPr>
            <p:grpSpPr>
              <a:xfrm>
                <a:off x="546946" y="2482416"/>
                <a:ext cx="856317" cy="3064578"/>
                <a:chOff x="570070" y="2650190"/>
                <a:chExt cx="856317" cy="3064578"/>
              </a:xfrm>
            </p:grpSpPr>
            <p:grpSp>
              <p:nvGrpSpPr>
                <p:cNvPr id="44" name="グループ化 43">
                  <a:extLst>
                    <a:ext uri="{FF2B5EF4-FFF2-40B4-BE49-F238E27FC236}">
                      <a16:creationId xmlns:a16="http://schemas.microsoft.com/office/drawing/2014/main" id="{FDE39A8D-21CB-D31D-348B-E601500701A5}"/>
                    </a:ext>
                  </a:extLst>
                </p:cNvPr>
                <p:cNvGrpSpPr/>
                <p:nvPr/>
              </p:nvGrpSpPr>
              <p:grpSpPr>
                <a:xfrm>
                  <a:off x="570070" y="2650190"/>
                  <a:ext cx="856317" cy="856317"/>
                  <a:chOff x="541643" y="1343511"/>
                  <a:chExt cx="856317" cy="856317"/>
                </a:xfrm>
              </p:grpSpPr>
              <p:grpSp>
                <p:nvGrpSpPr>
                  <p:cNvPr id="51" name="グループ化 50">
                    <a:extLst>
                      <a:ext uri="{FF2B5EF4-FFF2-40B4-BE49-F238E27FC236}">
                        <a16:creationId xmlns:a16="http://schemas.microsoft.com/office/drawing/2014/main" id="{A3A6D826-38EC-558A-136F-9F49D25156E8}"/>
                      </a:ext>
                    </a:extLst>
                  </p:cNvPr>
                  <p:cNvGrpSpPr/>
                  <p:nvPr/>
                </p:nvGrpSpPr>
                <p:grpSpPr>
                  <a:xfrm rot="765235">
                    <a:off x="541643" y="1343511"/>
                    <a:ext cx="856317" cy="856317"/>
                    <a:chOff x="1975681" y="3937390"/>
                    <a:chExt cx="1007961" cy="1007961"/>
                  </a:xfrm>
                </p:grpSpPr>
                <p:sp>
                  <p:nvSpPr>
                    <p:cNvPr id="53" name="正方形/長方形 52">
                      <a:extLst>
                        <a:ext uri="{FF2B5EF4-FFF2-40B4-BE49-F238E27FC236}">
                          <a16:creationId xmlns:a16="http://schemas.microsoft.com/office/drawing/2014/main" id="{7B3A1AF5-8407-7DC5-B599-E541186231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022462" y="3984171"/>
                      <a:ext cx="914400" cy="914400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 sz="700">
                        <a:latin typeface="+mn-ea"/>
                      </a:endParaRPr>
                    </a:p>
                  </p:txBody>
                </p:sp>
                <p:pic>
                  <p:nvPicPr>
                    <p:cNvPr id="54" name="図 53">
                      <a:extLst>
                        <a:ext uri="{FF2B5EF4-FFF2-40B4-BE49-F238E27FC236}">
                          <a16:creationId xmlns:a16="http://schemas.microsoft.com/office/drawing/2014/main" id="{EBC24B1C-DA02-66BD-4087-24619F7703F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5681" y="3937390"/>
                      <a:ext cx="1007961" cy="1007961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2" name="正方形/長方形 51">
                    <a:extLst>
                      <a:ext uri="{FF2B5EF4-FFF2-40B4-BE49-F238E27FC236}">
                        <a16:creationId xmlns:a16="http://schemas.microsoft.com/office/drawing/2014/main" id="{F96608CD-360E-0722-DC1E-960D73919967}"/>
                      </a:ext>
                    </a:extLst>
                  </p:cNvPr>
                  <p:cNvSpPr/>
                  <p:nvPr/>
                </p:nvSpPr>
                <p:spPr>
                  <a:xfrm rot="803638" flipH="1">
                    <a:off x="581640" y="1389307"/>
                    <a:ext cx="771016" cy="771016"/>
                  </a:xfrm>
                  <a:prstGeom prst="rect">
                    <a:avLst/>
                  </a:prstGeom>
                  <a:solidFill>
                    <a:schemeClr val="bg1">
                      <a:lumMod val="75000"/>
                      <a:lumOff val="25000"/>
                      <a:alpha val="7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ja-JP" sz="700">
                        <a:solidFill>
                          <a:schemeClr val="tx1"/>
                        </a:solidFill>
                        <a:latin typeface="+mn-ea"/>
                      </a:rPr>
                      <a:t>10s</a:t>
                    </a:r>
                    <a:endParaRPr kumimoji="1" lang="ja-JP" altLang="en-US" sz="700">
                      <a:solidFill>
                        <a:schemeClr val="tx1"/>
                      </a:solidFill>
                      <a:latin typeface="+mn-ea"/>
                    </a:endParaRPr>
                  </a:p>
                </p:txBody>
              </p:sp>
            </p:grpSp>
            <p:grpSp>
              <p:nvGrpSpPr>
                <p:cNvPr id="45" name="グループ化 44">
                  <a:extLst>
                    <a:ext uri="{FF2B5EF4-FFF2-40B4-BE49-F238E27FC236}">
                      <a16:creationId xmlns:a16="http://schemas.microsoft.com/office/drawing/2014/main" id="{DD6341E1-8203-FD21-DF25-80F319C1F206}"/>
                    </a:ext>
                  </a:extLst>
                </p:cNvPr>
                <p:cNvGrpSpPr/>
                <p:nvPr/>
              </p:nvGrpSpPr>
              <p:grpSpPr>
                <a:xfrm>
                  <a:off x="585141" y="3833729"/>
                  <a:ext cx="826175" cy="776984"/>
                  <a:chOff x="552228" y="3060843"/>
                  <a:chExt cx="826175" cy="776984"/>
                </a:xfrm>
              </p:grpSpPr>
              <p:sp>
                <p:nvSpPr>
                  <p:cNvPr id="49" name="正方形/長方形 48">
                    <a:extLst>
                      <a:ext uri="{FF2B5EF4-FFF2-40B4-BE49-F238E27FC236}">
                        <a16:creationId xmlns:a16="http://schemas.microsoft.com/office/drawing/2014/main" id="{A9EE75AA-B35C-7345-338E-8BEC29E5CABF}"/>
                      </a:ext>
                    </a:extLst>
                  </p:cNvPr>
                  <p:cNvSpPr/>
                  <p:nvPr/>
                </p:nvSpPr>
                <p:spPr>
                  <a:xfrm rot="765235">
                    <a:off x="581386" y="3060995"/>
                    <a:ext cx="776832" cy="776832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700">
                      <a:latin typeface="+mn-ea"/>
                    </a:endParaRPr>
                  </a:p>
                </p:txBody>
              </p:sp>
              <p:pic>
                <p:nvPicPr>
                  <p:cNvPr id="50" name="図 49">
                    <a:extLst>
                      <a:ext uri="{FF2B5EF4-FFF2-40B4-BE49-F238E27FC236}">
                        <a16:creationId xmlns:a16="http://schemas.microsoft.com/office/drawing/2014/main" id="{6E4AA4EA-8AA3-761D-4D8F-2C67088DE36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11740" r="47218" b="19891"/>
                  <a:stretch>
                    <a:fillRect/>
                  </a:stretch>
                </p:blipFill>
                <p:spPr>
                  <a:xfrm rot="896244">
                    <a:off x="552228" y="3060843"/>
                    <a:ext cx="826175" cy="756543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A4D8F37D-203B-1831-76D3-69016DC6D9DF}"/>
                    </a:ext>
                  </a:extLst>
                </p:cNvPr>
                <p:cNvGrpSpPr/>
                <p:nvPr/>
              </p:nvGrpSpPr>
              <p:grpSpPr>
                <a:xfrm>
                  <a:off x="609812" y="4937936"/>
                  <a:ext cx="776832" cy="776832"/>
                  <a:chOff x="581386" y="4738737"/>
                  <a:chExt cx="776832" cy="776832"/>
                </a:xfrm>
              </p:grpSpPr>
              <p:sp>
                <p:nvSpPr>
                  <p:cNvPr id="47" name="正方形/長方形 46">
                    <a:extLst>
                      <a:ext uri="{FF2B5EF4-FFF2-40B4-BE49-F238E27FC236}">
                        <a16:creationId xmlns:a16="http://schemas.microsoft.com/office/drawing/2014/main" id="{7A7F0CF6-117D-EE86-EA62-FCCF003C5391}"/>
                      </a:ext>
                    </a:extLst>
                  </p:cNvPr>
                  <p:cNvSpPr/>
                  <p:nvPr/>
                </p:nvSpPr>
                <p:spPr>
                  <a:xfrm rot="765235">
                    <a:off x="581386" y="4738737"/>
                    <a:ext cx="776832" cy="776832"/>
                  </a:xfrm>
                  <a:prstGeom prst="rect">
                    <a:avLst/>
                  </a:prstGeom>
                  <a:solidFill>
                    <a:schemeClr val="accent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700">
                      <a:latin typeface="+mn-ea"/>
                    </a:endParaRPr>
                  </a:p>
                </p:txBody>
              </p:sp>
              <p:pic>
                <p:nvPicPr>
                  <p:cNvPr id="48" name="図 47">
                    <a:extLst>
                      <a:ext uri="{FF2B5EF4-FFF2-40B4-BE49-F238E27FC236}">
                        <a16:creationId xmlns:a16="http://schemas.microsoft.com/office/drawing/2014/main" id="{18678B9F-1894-7DEA-3A1A-D39E25D00C3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duotone>
                      <a:prstClr val="black"/>
                      <a:schemeClr val="tx2">
                        <a:tint val="45000"/>
                        <a:satMod val="400000"/>
                      </a:schemeClr>
                    </a:duotone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026517">
                    <a:off x="744895" y="4902609"/>
                    <a:ext cx="486411" cy="486411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41" name="グループ化 40">
                <a:extLst>
                  <a:ext uri="{FF2B5EF4-FFF2-40B4-BE49-F238E27FC236}">
                    <a16:creationId xmlns:a16="http://schemas.microsoft.com/office/drawing/2014/main" id="{3BDF6C59-4927-0FD4-7DD2-2F92865C26D0}"/>
                  </a:ext>
                </a:extLst>
              </p:cNvPr>
              <p:cNvGrpSpPr/>
              <p:nvPr/>
            </p:nvGrpSpPr>
            <p:grpSpPr>
              <a:xfrm>
                <a:off x="570811" y="1286119"/>
                <a:ext cx="808587" cy="589002"/>
                <a:chOff x="6786897" y="4358057"/>
                <a:chExt cx="1322470" cy="963332"/>
              </a:xfrm>
            </p:grpSpPr>
            <p:sp>
              <p:nvSpPr>
                <p:cNvPr id="42" name="月 41">
                  <a:extLst>
                    <a:ext uri="{FF2B5EF4-FFF2-40B4-BE49-F238E27FC236}">
                      <a16:creationId xmlns:a16="http://schemas.microsoft.com/office/drawing/2014/main" id="{8E0598C4-68B5-4AE6-D7BF-92F7CF3743AC}"/>
                    </a:ext>
                  </a:extLst>
                </p:cNvPr>
                <p:cNvSpPr/>
                <p:nvPr/>
              </p:nvSpPr>
              <p:spPr>
                <a:xfrm rot="16200000">
                  <a:off x="7211850" y="4423873"/>
                  <a:ext cx="472563" cy="1322470"/>
                </a:xfrm>
                <a:prstGeom prst="moon">
                  <a:avLst>
                    <a:gd name="adj" fmla="val 21507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sp>
              <p:nvSpPr>
                <p:cNvPr id="43" name="二等辺三角形 42">
                  <a:extLst>
                    <a:ext uri="{FF2B5EF4-FFF2-40B4-BE49-F238E27FC236}">
                      <a16:creationId xmlns:a16="http://schemas.microsoft.com/office/drawing/2014/main" id="{2A637C90-5509-5C85-E76B-6C71A5AB4E64}"/>
                    </a:ext>
                  </a:extLst>
                </p:cNvPr>
                <p:cNvSpPr/>
                <p:nvPr/>
              </p:nvSpPr>
              <p:spPr>
                <a:xfrm>
                  <a:off x="7047674" y="4358057"/>
                  <a:ext cx="800911" cy="878569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</p:grpSp>
        </p:grpSp>
        <p:grpSp>
          <p:nvGrpSpPr>
            <p:cNvPr id="23" name="グループ化 22">
              <a:extLst>
                <a:ext uri="{FF2B5EF4-FFF2-40B4-BE49-F238E27FC236}">
                  <a16:creationId xmlns:a16="http://schemas.microsoft.com/office/drawing/2014/main" id="{F557A6DE-DABD-584B-9D50-AB613B2F3DD5}"/>
                </a:ext>
              </a:extLst>
            </p:cNvPr>
            <p:cNvGrpSpPr/>
            <p:nvPr/>
          </p:nvGrpSpPr>
          <p:grpSpPr>
            <a:xfrm>
              <a:off x="10631307" y="885696"/>
              <a:ext cx="1182205" cy="5086608"/>
              <a:chOff x="10631307" y="1014918"/>
              <a:chExt cx="1182205" cy="5086608"/>
            </a:xfrm>
          </p:grpSpPr>
          <p:grpSp>
            <p:nvGrpSpPr>
              <p:cNvPr id="24" name="グループ化 23">
                <a:extLst>
                  <a:ext uri="{FF2B5EF4-FFF2-40B4-BE49-F238E27FC236}">
                    <a16:creationId xmlns:a16="http://schemas.microsoft.com/office/drawing/2014/main" id="{FFD7A4DB-80CB-EB52-5135-5E770E2D954E}"/>
                  </a:ext>
                </a:extLst>
              </p:cNvPr>
              <p:cNvGrpSpPr/>
              <p:nvPr/>
            </p:nvGrpSpPr>
            <p:grpSpPr>
              <a:xfrm>
                <a:off x="10631307" y="1014918"/>
                <a:ext cx="1182205" cy="5086608"/>
                <a:chOff x="384002" y="1014918"/>
                <a:chExt cx="1182205" cy="5086608"/>
              </a:xfrm>
            </p:grpSpPr>
            <p:sp>
              <p:nvSpPr>
                <p:cNvPr id="37" name="四角形: 角を丸くする 36">
                  <a:extLst>
                    <a:ext uri="{FF2B5EF4-FFF2-40B4-BE49-F238E27FC236}">
                      <a16:creationId xmlns:a16="http://schemas.microsoft.com/office/drawing/2014/main" id="{FC096A48-66D5-C85C-68CB-309C6EC2BBEA}"/>
                    </a:ext>
                  </a:extLst>
                </p:cNvPr>
                <p:cNvSpPr/>
                <p:nvPr/>
              </p:nvSpPr>
              <p:spPr>
                <a:xfrm>
                  <a:off x="384003" y="1800885"/>
                  <a:ext cx="1182204" cy="4300641"/>
                </a:xfrm>
                <a:prstGeom prst="roundRect">
                  <a:avLst/>
                </a:prstGeom>
                <a:solidFill>
                  <a:schemeClr val="tx1">
                    <a:lumMod val="25000"/>
                    <a:alpha val="85000"/>
                  </a:schemeClr>
                </a:solidFill>
                <a:ln w="254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sp>
              <p:nvSpPr>
                <p:cNvPr id="38" name="楕円 37">
                  <a:extLst>
                    <a:ext uri="{FF2B5EF4-FFF2-40B4-BE49-F238E27FC236}">
                      <a16:creationId xmlns:a16="http://schemas.microsoft.com/office/drawing/2014/main" id="{2396DE15-AE35-83A1-FA75-A226C59502DB}"/>
                    </a:ext>
                  </a:extLst>
                </p:cNvPr>
                <p:cNvSpPr/>
                <p:nvPr/>
              </p:nvSpPr>
              <p:spPr>
                <a:xfrm>
                  <a:off x="384002" y="1014918"/>
                  <a:ext cx="1182205" cy="1182205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</p:grpSp>
          <p:grpSp>
            <p:nvGrpSpPr>
              <p:cNvPr id="25" name="グループ化 24">
                <a:extLst>
                  <a:ext uri="{FF2B5EF4-FFF2-40B4-BE49-F238E27FC236}">
                    <a16:creationId xmlns:a16="http://schemas.microsoft.com/office/drawing/2014/main" id="{A2720405-0E0D-03C6-D703-EF29E7E7033C}"/>
                  </a:ext>
                </a:extLst>
              </p:cNvPr>
              <p:cNvGrpSpPr/>
              <p:nvPr/>
            </p:nvGrpSpPr>
            <p:grpSpPr>
              <a:xfrm>
                <a:off x="10788085" y="2430125"/>
                <a:ext cx="837726" cy="837081"/>
                <a:chOff x="10799110" y="1288599"/>
                <a:chExt cx="837726" cy="837081"/>
              </a:xfrm>
            </p:grpSpPr>
            <p:grpSp>
              <p:nvGrpSpPr>
                <p:cNvPr id="33" name="グループ化 32">
                  <a:extLst>
                    <a:ext uri="{FF2B5EF4-FFF2-40B4-BE49-F238E27FC236}">
                      <a16:creationId xmlns:a16="http://schemas.microsoft.com/office/drawing/2014/main" id="{0BA773F8-EDBD-A45B-CA2A-0E6845F9DC0B}"/>
                    </a:ext>
                  </a:extLst>
                </p:cNvPr>
                <p:cNvGrpSpPr/>
                <p:nvPr/>
              </p:nvGrpSpPr>
              <p:grpSpPr>
                <a:xfrm>
                  <a:off x="10799110" y="1288599"/>
                  <a:ext cx="833139" cy="833139"/>
                  <a:chOff x="7462825" y="2159900"/>
                  <a:chExt cx="890013" cy="890013"/>
                </a:xfrm>
              </p:grpSpPr>
              <p:sp>
                <p:nvSpPr>
                  <p:cNvPr id="35" name="正方形/長方形 34">
                    <a:extLst>
                      <a:ext uri="{FF2B5EF4-FFF2-40B4-BE49-F238E27FC236}">
                        <a16:creationId xmlns:a16="http://schemas.microsoft.com/office/drawing/2014/main" id="{3A70F8FF-FE07-DABD-899D-B4D9571BCAAF}"/>
                      </a:ext>
                    </a:extLst>
                  </p:cNvPr>
                  <p:cNvSpPr/>
                  <p:nvPr/>
                </p:nvSpPr>
                <p:spPr>
                  <a:xfrm rot="21181824">
                    <a:off x="7462825" y="2159900"/>
                    <a:ext cx="890013" cy="890013"/>
                  </a:xfrm>
                  <a:prstGeom prst="rect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700">
                      <a:latin typeface="+mn-ea"/>
                    </a:endParaRPr>
                  </a:p>
                </p:txBody>
              </p:sp>
              <p:pic>
                <p:nvPicPr>
                  <p:cNvPr id="36" name="図 35">
                    <a:extLst>
                      <a:ext uri="{FF2B5EF4-FFF2-40B4-BE49-F238E27FC236}">
                        <a16:creationId xmlns:a16="http://schemas.microsoft.com/office/drawing/2014/main" id="{EEC88833-76AB-05D7-55BA-75E7E65F965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523857" y="2223240"/>
                    <a:ext cx="770245" cy="770245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4" name="正方形/長方形 33">
                  <a:extLst>
                    <a:ext uri="{FF2B5EF4-FFF2-40B4-BE49-F238E27FC236}">
                      <a16:creationId xmlns:a16="http://schemas.microsoft.com/office/drawing/2014/main" id="{B9F29F6D-4855-F50C-E3BF-534907F98BFD}"/>
                    </a:ext>
                  </a:extLst>
                </p:cNvPr>
                <p:cNvSpPr/>
                <p:nvPr/>
              </p:nvSpPr>
              <p:spPr>
                <a:xfrm rot="21181824">
                  <a:off x="10803697" y="1292541"/>
                  <a:ext cx="833139" cy="833139"/>
                </a:xfrm>
                <a:prstGeom prst="rect">
                  <a:avLst/>
                </a:prstGeom>
                <a:solidFill>
                  <a:schemeClr val="bg1">
                    <a:lumMod val="75000"/>
                    <a:lumOff val="25000"/>
                    <a:alpha val="7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700">
                      <a:solidFill>
                        <a:schemeClr val="tx1"/>
                      </a:solidFill>
                      <a:latin typeface="+mn-ea"/>
                    </a:rPr>
                    <a:t>6</a:t>
                  </a:r>
                  <a:r>
                    <a:rPr kumimoji="1" lang="en-US" altLang="ja-JP" sz="700">
                      <a:solidFill>
                        <a:schemeClr val="tx1"/>
                      </a:solidFill>
                      <a:latin typeface="+mn-ea"/>
                    </a:rPr>
                    <a:t>0s</a:t>
                  </a:r>
                  <a:endParaRPr kumimoji="1" lang="ja-JP" altLang="en-US" sz="700">
                    <a:solidFill>
                      <a:schemeClr val="tx1"/>
                    </a:solidFill>
                    <a:latin typeface="+mn-ea"/>
                  </a:endParaRPr>
                </a:p>
              </p:txBody>
            </p:sp>
          </p:grpSp>
          <p:grpSp>
            <p:nvGrpSpPr>
              <p:cNvPr id="26" name="グループ化 25">
                <a:extLst>
                  <a:ext uri="{FF2B5EF4-FFF2-40B4-BE49-F238E27FC236}">
                    <a16:creationId xmlns:a16="http://schemas.microsoft.com/office/drawing/2014/main" id="{44C170DD-4C95-6A10-D602-39FEC66A0824}"/>
                  </a:ext>
                </a:extLst>
              </p:cNvPr>
              <p:cNvGrpSpPr/>
              <p:nvPr/>
            </p:nvGrpSpPr>
            <p:grpSpPr>
              <a:xfrm>
                <a:off x="10757616" y="3611843"/>
                <a:ext cx="898665" cy="833139"/>
                <a:chOff x="10757616" y="2940198"/>
                <a:chExt cx="898665" cy="833139"/>
              </a:xfrm>
            </p:grpSpPr>
            <p:sp>
              <p:nvSpPr>
                <p:cNvPr id="31" name="正方形/長方形 30">
                  <a:extLst>
                    <a:ext uri="{FF2B5EF4-FFF2-40B4-BE49-F238E27FC236}">
                      <a16:creationId xmlns:a16="http://schemas.microsoft.com/office/drawing/2014/main" id="{DDEC90EE-BC0C-DEA5-C348-ACFDE6163F4A}"/>
                    </a:ext>
                  </a:extLst>
                </p:cNvPr>
                <p:cNvSpPr/>
                <p:nvPr/>
              </p:nvSpPr>
              <p:spPr>
                <a:xfrm rot="21181824">
                  <a:off x="10799110" y="2940198"/>
                  <a:ext cx="833139" cy="83313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32" name="図 31">
                  <a:extLst>
                    <a:ext uri="{FF2B5EF4-FFF2-40B4-BE49-F238E27FC236}">
                      <a16:creationId xmlns:a16="http://schemas.microsoft.com/office/drawing/2014/main" id="{F0A6D3A9-62D1-4676-0D4D-C284EA9A88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757616" y="3019767"/>
                  <a:ext cx="898665" cy="673999"/>
                </a:xfrm>
                <a:prstGeom prst="rect">
                  <a:avLst/>
                </a:prstGeom>
              </p:spPr>
            </p:pic>
          </p:grpSp>
          <p:grpSp>
            <p:nvGrpSpPr>
              <p:cNvPr id="27" name="グループ化 26">
                <a:extLst>
                  <a:ext uri="{FF2B5EF4-FFF2-40B4-BE49-F238E27FC236}">
                    <a16:creationId xmlns:a16="http://schemas.microsoft.com/office/drawing/2014/main" id="{7F1A117C-AD8A-2613-DCBD-86B1BC3C00E9}"/>
                  </a:ext>
                </a:extLst>
              </p:cNvPr>
              <p:cNvGrpSpPr/>
              <p:nvPr/>
            </p:nvGrpSpPr>
            <p:grpSpPr>
              <a:xfrm>
                <a:off x="10790379" y="4789618"/>
                <a:ext cx="833139" cy="833139"/>
                <a:chOff x="10799110" y="4679387"/>
                <a:chExt cx="833139" cy="833139"/>
              </a:xfrm>
            </p:grpSpPr>
            <p:sp>
              <p:nvSpPr>
                <p:cNvPr id="29" name="正方形/長方形 28">
                  <a:extLst>
                    <a:ext uri="{FF2B5EF4-FFF2-40B4-BE49-F238E27FC236}">
                      <a16:creationId xmlns:a16="http://schemas.microsoft.com/office/drawing/2014/main" id="{FD708B51-F600-5C7D-9673-6B312DD08283}"/>
                    </a:ext>
                  </a:extLst>
                </p:cNvPr>
                <p:cNvSpPr/>
                <p:nvPr/>
              </p:nvSpPr>
              <p:spPr>
                <a:xfrm rot="21181824">
                  <a:off x="10799110" y="4679387"/>
                  <a:ext cx="833139" cy="833139"/>
                </a:xfrm>
                <a:prstGeom prst="rect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700">
                    <a:latin typeface="+mn-ea"/>
                  </a:endParaRPr>
                </a:p>
              </p:txBody>
            </p:sp>
            <p:pic>
              <p:nvPicPr>
                <p:cNvPr id="30" name="図 29">
                  <a:extLst>
                    <a:ext uri="{FF2B5EF4-FFF2-40B4-BE49-F238E27FC236}">
                      <a16:creationId xmlns:a16="http://schemas.microsoft.com/office/drawing/2014/main" id="{66D78457-38D4-E93E-FE0E-935C7E6C9A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 rot="21082600">
                  <a:off x="10855906" y="4826127"/>
                  <a:ext cx="719546" cy="539659"/>
                </a:xfrm>
                <a:prstGeom prst="rect">
                  <a:avLst/>
                </a:prstGeom>
              </p:spPr>
            </p:pic>
          </p:grpSp>
          <p:pic>
            <p:nvPicPr>
              <p:cNvPr id="28" name="図 27">
                <a:extLst>
                  <a:ext uri="{FF2B5EF4-FFF2-40B4-BE49-F238E27FC236}">
                    <a16:creationId xmlns:a16="http://schemas.microsoft.com/office/drawing/2014/main" id="{78F39E59-13DB-184F-089F-D9C4D7545C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863359" y="1230942"/>
                <a:ext cx="738481" cy="786333"/>
              </a:xfrm>
              <a:prstGeom prst="rect">
                <a:avLst/>
              </a:prstGeom>
              <a:scene3d>
                <a:camera prst="perspectiveLeft" fov="1200000">
                  <a:rot lat="0" lon="600000" rev="0"/>
                </a:camera>
                <a:lightRig rig="threePt" dir="t"/>
              </a:scene3d>
            </p:spPr>
          </p:pic>
        </p:grpSp>
      </p:grpSp>
      <p:pic>
        <p:nvPicPr>
          <p:cNvPr id="82" name="図 81">
            <a:extLst>
              <a:ext uri="{FF2B5EF4-FFF2-40B4-BE49-F238E27FC236}">
                <a16:creationId xmlns:a16="http://schemas.microsoft.com/office/drawing/2014/main" id="{D743ADCB-5C48-9637-789D-48B74D4B4E6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84"/>
          <a:stretch>
            <a:fillRect/>
          </a:stretch>
        </p:blipFill>
        <p:spPr>
          <a:xfrm>
            <a:off x="2150534" y="4630088"/>
            <a:ext cx="2065598" cy="1971502"/>
          </a:xfrm>
          <a:prstGeom prst="rect">
            <a:avLst/>
          </a:prstGeom>
        </p:spPr>
      </p:pic>
      <p:pic>
        <p:nvPicPr>
          <p:cNvPr id="84" name="図 83">
            <a:extLst>
              <a:ext uri="{FF2B5EF4-FFF2-40B4-BE49-F238E27FC236}">
                <a16:creationId xmlns:a16="http://schemas.microsoft.com/office/drawing/2014/main" id="{0E90784F-CB4F-E3CA-9F7C-AF84D32A083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9" t="20227" r="13518" b="19585"/>
          <a:stretch>
            <a:fillRect/>
          </a:stretch>
        </p:blipFill>
        <p:spPr>
          <a:xfrm>
            <a:off x="2140954" y="5130717"/>
            <a:ext cx="985180" cy="1237658"/>
          </a:xfrm>
          <a:prstGeom prst="rect">
            <a:avLst/>
          </a:prstGeom>
        </p:spPr>
      </p:pic>
      <p:pic>
        <p:nvPicPr>
          <p:cNvPr id="86" name="図 85">
            <a:extLst>
              <a:ext uri="{FF2B5EF4-FFF2-40B4-BE49-F238E27FC236}">
                <a16:creationId xmlns:a16="http://schemas.microsoft.com/office/drawing/2014/main" id="{083C59DE-1DB5-57D1-E2F1-ADCD77D8DE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9" t="20227" r="13518" b="19585"/>
          <a:stretch>
            <a:fillRect/>
          </a:stretch>
        </p:blipFill>
        <p:spPr>
          <a:xfrm>
            <a:off x="2107452" y="4994517"/>
            <a:ext cx="985180" cy="1237658"/>
          </a:xfrm>
          <a:prstGeom prst="rect">
            <a:avLst/>
          </a:prstGeom>
        </p:spPr>
      </p:pic>
      <p:pic>
        <p:nvPicPr>
          <p:cNvPr id="88" name="図 87">
            <a:extLst>
              <a:ext uri="{FF2B5EF4-FFF2-40B4-BE49-F238E27FC236}">
                <a16:creationId xmlns:a16="http://schemas.microsoft.com/office/drawing/2014/main" id="{24F87809-29A7-2779-8D8B-82F22EA0974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49" t="20227" r="13518" b="19585"/>
          <a:stretch>
            <a:fillRect/>
          </a:stretch>
        </p:blipFill>
        <p:spPr>
          <a:xfrm>
            <a:off x="2272076" y="4818510"/>
            <a:ext cx="985180" cy="1237658"/>
          </a:xfrm>
          <a:prstGeom prst="rect">
            <a:avLst/>
          </a:prstGeom>
        </p:spPr>
      </p:pic>
      <p:pic>
        <p:nvPicPr>
          <p:cNvPr id="90" name="図 89">
            <a:extLst>
              <a:ext uri="{FF2B5EF4-FFF2-40B4-BE49-F238E27FC236}">
                <a16:creationId xmlns:a16="http://schemas.microsoft.com/office/drawing/2014/main" id="{6E1E66D6-5632-3E2B-017E-B818B2F68FC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848"/>
          <a:stretch>
            <a:fillRect/>
          </a:stretch>
        </p:blipFill>
        <p:spPr>
          <a:xfrm>
            <a:off x="1196532" y="4628990"/>
            <a:ext cx="953610" cy="1972600"/>
          </a:xfrm>
          <a:prstGeom prst="rect">
            <a:avLst/>
          </a:prstGeom>
        </p:spPr>
      </p:pic>
      <p:pic>
        <p:nvPicPr>
          <p:cNvPr id="92" name="図 91">
            <a:extLst>
              <a:ext uri="{FF2B5EF4-FFF2-40B4-BE49-F238E27FC236}">
                <a16:creationId xmlns:a16="http://schemas.microsoft.com/office/drawing/2014/main" id="{E7EEDD4B-DF99-55AB-446F-374EEC38DA7E}"/>
              </a:ext>
            </a:extLst>
          </p:cNvPr>
          <p:cNvPicPr>
            <a:picLocks noChangeAspect="1"/>
          </p:cNvPicPr>
          <p:nvPr/>
        </p:nvPicPr>
        <p:blipFill>
          <a:blip r:embed="rId1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67" t="44465" r="50735" b="4588"/>
          <a:stretch>
            <a:fillRect/>
          </a:stretch>
        </p:blipFill>
        <p:spPr>
          <a:xfrm rot="1190001">
            <a:off x="1333142" y="5237497"/>
            <a:ext cx="538649" cy="948602"/>
          </a:xfrm>
          <a:prstGeom prst="rect">
            <a:avLst/>
          </a:prstGeom>
        </p:spPr>
      </p:pic>
      <p:pic>
        <p:nvPicPr>
          <p:cNvPr id="98" name="図 97">
            <a:extLst>
              <a:ext uri="{FF2B5EF4-FFF2-40B4-BE49-F238E27FC236}">
                <a16:creationId xmlns:a16="http://schemas.microsoft.com/office/drawing/2014/main" id="{98D71612-5208-5C4C-7F47-9FED2698E57B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76" t="418" r="52978" b="61509"/>
          <a:stretch>
            <a:fillRect/>
          </a:stretch>
        </p:blipFill>
        <p:spPr>
          <a:xfrm flipH="1">
            <a:off x="1592339" y="4926296"/>
            <a:ext cx="652834" cy="1176404"/>
          </a:xfrm>
          <a:prstGeom prst="rect">
            <a:avLst/>
          </a:prstGeom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50348746-A2DD-7304-3801-4DE7D2E7C275}"/>
              </a:ext>
            </a:extLst>
          </p:cNvPr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176" t="418" r="52978" b="61509"/>
          <a:stretch>
            <a:fillRect/>
          </a:stretch>
        </p:blipFill>
        <p:spPr>
          <a:xfrm rot="1544511" flipH="1">
            <a:off x="1639305" y="5552802"/>
            <a:ext cx="483920" cy="872021"/>
          </a:xfrm>
          <a:prstGeom prst="rect">
            <a:avLst/>
          </a:prstGeom>
        </p:spPr>
      </p:pic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FBA8AB3A-6BDB-B568-76BD-4805935AB073}"/>
              </a:ext>
            </a:extLst>
          </p:cNvPr>
          <p:cNvSpPr/>
          <p:nvPr/>
        </p:nvSpPr>
        <p:spPr>
          <a:xfrm rot="765235">
            <a:off x="1330943" y="4773985"/>
            <a:ext cx="356052" cy="35605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劣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5D7F293-08E8-27AB-F3DB-EFF5CDF30AA5}"/>
              </a:ext>
            </a:extLst>
          </p:cNvPr>
          <p:cNvSpPr/>
          <p:nvPr/>
        </p:nvSpPr>
        <p:spPr>
          <a:xfrm rot="20834765" flipH="1">
            <a:off x="3713967" y="4807368"/>
            <a:ext cx="356052" cy="356052"/>
          </a:xfrm>
          <a:prstGeom prst="rect">
            <a:avLst/>
          </a:prstGeom>
          <a:solidFill>
            <a:schemeClr val="tx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>
                <a:solidFill>
                  <a:schemeClr val="tx1"/>
                </a:solidFill>
              </a:rPr>
              <a:t>優</a:t>
            </a:r>
          </a:p>
        </p:txBody>
      </p:sp>
      <p:grpSp>
        <p:nvGrpSpPr>
          <p:cNvPr id="110" name="グループ化 109">
            <a:extLst>
              <a:ext uri="{FF2B5EF4-FFF2-40B4-BE49-F238E27FC236}">
                <a16:creationId xmlns:a16="http://schemas.microsoft.com/office/drawing/2014/main" id="{ED968660-29AF-92AC-32F2-2A23C338F8F4}"/>
              </a:ext>
            </a:extLst>
          </p:cNvPr>
          <p:cNvGrpSpPr/>
          <p:nvPr/>
        </p:nvGrpSpPr>
        <p:grpSpPr>
          <a:xfrm>
            <a:off x="6070151" y="5095770"/>
            <a:ext cx="3296452" cy="1501440"/>
            <a:chOff x="163277" y="1666837"/>
            <a:chExt cx="1806553" cy="2960197"/>
          </a:xfrm>
        </p:grpSpPr>
        <p:grpSp>
          <p:nvGrpSpPr>
            <p:cNvPr id="111" name="グループ化 110">
              <a:extLst>
                <a:ext uri="{FF2B5EF4-FFF2-40B4-BE49-F238E27FC236}">
                  <a16:creationId xmlns:a16="http://schemas.microsoft.com/office/drawing/2014/main" id="{1A095577-EA8A-BFEE-3EE6-5DDA838E5EF7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14" name="四角形: 上の 2 つの角を丸める 113">
                <a:extLst>
                  <a:ext uri="{FF2B5EF4-FFF2-40B4-BE49-F238E27FC236}">
                    <a16:creationId xmlns:a16="http://schemas.microsoft.com/office/drawing/2014/main" id="{2F1B55D7-5464-2BB3-DA3F-9AFFDAB83321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1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上の 2 つの角を丸める 114">
                <a:extLst>
                  <a:ext uri="{FF2B5EF4-FFF2-40B4-BE49-F238E27FC236}">
                    <a16:creationId xmlns:a16="http://schemas.microsoft.com/office/drawing/2014/main" id="{E4217CD3-F778-D011-727B-311946AB98CD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1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2" name="テキスト ボックス 111">
              <a:extLst>
                <a:ext uri="{FF2B5EF4-FFF2-40B4-BE49-F238E27FC236}">
                  <a16:creationId xmlns:a16="http://schemas.microsoft.com/office/drawing/2014/main" id="{0D204723-EB7D-73C4-4990-6AB5600F89D3}"/>
                </a:ext>
              </a:extLst>
            </p:cNvPr>
            <p:cNvSpPr txBox="1"/>
            <p:nvPr/>
          </p:nvSpPr>
          <p:spPr>
            <a:xfrm>
              <a:off x="664554" y="1732792"/>
              <a:ext cx="803997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latin typeface="+mn-ea"/>
                </a:rPr>
                <a:t>諦めるな！</a:t>
              </a:r>
              <a:endParaRPr kumimoji="1" lang="ja-JP" altLang="en-US" sz="3200">
                <a:latin typeface="+mn-ea"/>
              </a:endParaRPr>
            </a:p>
          </p:txBody>
        </p:sp>
        <p:sp>
          <p:nvSpPr>
            <p:cNvPr id="113" name="テキスト ボックス 112">
              <a:extLst>
                <a:ext uri="{FF2B5EF4-FFF2-40B4-BE49-F238E27FC236}">
                  <a16:creationId xmlns:a16="http://schemas.microsoft.com/office/drawing/2014/main" id="{D208B414-2848-9122-6AA7-04C3728DEBA9}"/>
                </a:ext>
              </a:extLst>
            </p:cNvPr>
            <p:cNvSpPr txBox="1"/>
            <p:nvPr/>
          </p:nvSpPr>
          <p:spPr>
            <a:xfrm>
              <a:off x="228826" y="2849780"/>
              <a:ext cx="1675462" cy="1456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latin typeface="+mn-ea"/>
                </a:rPr>
                <a:t>オフダが無力化され、侵略されても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オフダで召喚すれば、</a:t>
              </a:r>
              <a:br>
                <a:rPr kumimoji="1" lang="en-US" altLang="ja-JP" sz="1400">
                  <a:latin typeface="+mn-ea"/>
                </a:rPr>
              </a:br>
              <a:r>
                <a:rPr kumimoji="1" lang="ja-JP" altLang="en-US" sz="1400">
                  <a:latin typeface="+mn-ea"/>
                </a:rPr>
                <a:t>「オシカエシ」できるぞ！</a:t>
              </a:r>
              <a:endParaRPr kumimoji="1" lang="ja-JP" altLang="en-US" sz="2000">
                <a:latin typeface="+mn-ea"/>
              </a:endParaRPr>
            </a:p>
          </p:txBody>
        </p:sp>
      </p:grpSp>
      <p:grpSp>
        <p:nvGrpSpPr>
          <p:cNvPr id="122" name="グループ化 121">
            <a:extLst>
              <a:ext uri="{FF2B5EF4-FFF2-40B4-BE49-F238E27FC236}">
                <a16:creationId xmlns:a16="http://schemas.microsoft.com/office/drawing/2014/main" id="{3961DEDB-4CF6-C79B-2442-5E7AA59F76D7}"/>
              </a:ext>
            </a:extLst>
          </p:cNvPr>
          <p:cNvGrpSpPr/>
          <p:nvPr/>
        </p:nvGrpSpPr>
        <p:grpSpPr>
          <a:xfrm>
            <a:off x="793908" y="1731906"/>
            <a:ext cx="3296452" cy="1501440"/>
            <a:chOff x="163277" y="1666837"/>
            <a:chExt cx="1806553" cy="2960197"/>
          </a:xfrm>
        </p:grpSpPr>
        <p:grpSp>
          <p:nvGrpSpPr>
            <p:cNvPr id="123" name="グループ化 122">
              <a:extLst>
                <a:ext uri="{FF2B5EF4-FFF2-40B4-BE49-F238E27FC236}">
                  <a16:creationId xmlns:a16="http://schemas.microsoft.com/office/drawing/2014/main" id="{32D513F6-F9EB-F928-27B6-4B3E74D3F4EB}"/>
                </a:ext>
              </a:extLst>
            </p:cNvPr>
            <p:cNvGrpSpPr/>
            <p:nvPr/>
          </p:nvGrpSpPr>
          <p:grpSpPr>
            <a:xfrm>
              <a:off x="163277" y="1666837"/>
              <a:ext cx="1806553" cy="2960197"/>
              <a:chOff x="4872567" y="1295251"/>
              <a:chExt cx="2180166" cy="1046156"/>
            </a:xfrm>
            <a:effectLst/>
          </p:grpSpPr>
          <p:sp>
            <p:nvSpPr>
              <p:cNvPr id="126" name="四角形: 上の 2 つの角を丸める 125">
                <a:extLst>
                  <a:ext uri="{FF2B5EF4-FFF2-40B4-BE49-F238E27FC236}">
                    <a16:creationId xmlns:a16="http://schemas.microsoft.com/office/drawing/2014/main" id="{D1B0FBEE-22DC-5414-6E24-ECC8B1930D69}"/>
                  </a:ext>
                </a:extLst>
              </p:cNvPr>
              <p:cNvSpPr/>
              <p:nvPr/>
            </p:nvSpPr>
            <p:spPr>
              <a:xfrm>
                <a:off x="4872567" y="1295251"/>
                <a:ext cx="2180166" cy="301828"/>
              </a:xfrm>
              <a:prstGeom prst="round2SameRect">
                <a:avLst/>
              </a:prstGeom>
              <a:solidFill>
                <a:schemeClr val="accent3">
                  <a:lumMod val="20000"/>
                  <a:lumOff val="8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27" name="四角形: 上の 2 つの角を丸める 126">
                <a:extLst>
                  <a:ext uri="{FF2B5EF4-FFF2-40B4-BE49-F238E27FC236}">
                    <a16:creationId xmlns:a16="http://schemas.microsoft.com/office/drawing/2014/main" id="{15E2FC2F-CED7-F776-C6E6-DA7269010C41}"/>
                  </a:ext>
                </a:extLst>
              </p:cNvPr>
              <p:cNvSpPr/>
              <p:nvPr/>
            </p:nvSpPr>
            <p:spPr>
              <a:xfrm flipV="1">
                <a:off x="4872567" y="1597079"/>
                <a:ext cx="2180166" cy="744328"/>
              </a:xfrm>
              <a:prstGeom prst="round2SameRect">
                <a:avLst>
                  <a:gd name="adj1" fmla="val 9403"/>
                  <a:gd name="adj2" fmla="val 0"/>
                </a:avLst>
              </a:prstGeom>
              <a:solidFill>
                <a:schemeClr val="accent3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274416D9-EE2F-9675-0A51-A14BF23AF257}"/>
                </a:ext>
              </a:extLst>
            </p:cNvPr>
            <p:cNvSpPr txBox="1"/>
            <p:nvPr/>
          </p:nvSpPr>
          <p:spPr>
            <a:xfrm>
              <a:off x="594275" y="1732792"/>
              <a:ext cx="944556" cy="78884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000">
                  <a:solidFill>
                    <a:schemeClr val="bg1"/>
                  </a:solidFill>
                  <a:latin typeface="+mj-ea"/>
                  <a:ea typeface="+mj-ea"/>
                </a:rPr>
                <a:t>先手を取れ！</a:t>
              </a:r>
              <a:endParaRPr kumimoji="1" lang="ja-JP" altLang="en-US" sz="32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125" name="テキスト ボックス 124">
              <a:extLst>
                <a:ext uri="{FF2B5EF4-FFF2-40B4-BE49-F238E27FC236}">
                  <a16:creationId xmlns:a16="http://schemas.microsoft.com/office/drawing/2014/main" id="{EF7002B6-8DCD-B069-E117-367A5B340A9C}"/>
                </a:ext>
              </a:extLst>
            </p:cNvPr>
            <p:cNvSpPr txBox="1"/>
            <p:nvPr/>
          </p:nvSpPr>
          <p:spPr>
            <a:xfrm>
              <a:off x="278028" y="2849780"/>
              <a:ext cx="1577071" cy="1456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1400">
                  <a:solidFill>
                    <a:schemeClr val="bg1"/>
                  </a:solidFill>
                  <a:latin typeface="+mj-ea"/>
                  <a:ea typeface="+mj-ea"/>
                </a:rPr>
                <a:t>オフダが貼られていない面なら、</a:t>
              </a:r>
              <a:br>
                <a:rPr kumimoji="1" lang="en-US" altLang="ja-JP" sz="14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400">
                  <a:solidFill>
                    <a:schemeClr val="bg1"/>
                  </a:solidFill>
                  <a:latin typeface="+mj-ea"/>
                  <a:ea typeface="+mj-ea"/>
                </a:rPr>
                <a:t>直ぐに侵略を始められる！</a:t>
              </a:r>
              <a:br>
                <a:rPr kumimoji="1" lang="en-US" altLang="ja-JP" sz="1400">
                  <a:solidFill>
                    <a:schemeClr val="bg1"/>
                  </a:solidFill>
                  <a:latin typeface="+mj-ea"/>
                  <a:ea typeface="+mj-ea"/>
                </a:rPr>
              </a:br>
              <a:r>
                <a:rPr kumimoji="1" lang="ja-JP" altLang="en-US" sz="1400">
                  <a:solidFill>
                    <a:schemeClr val="bg1"/>
                  </a:solidFill>
                  <a:latin typeface="+mj-ea"/>
                  <a:ea typeface="+mj-ea"/>
                </a:rPr>
                <a:t>「オシカエシ」に注意！</a:t>
              </a:r>
              <a:endParaRPr kumimoji="1" lang="ja-JP" altLang="en-US" sz="2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403B61FE-C107-01B9-5517-BFE12DC85024}"/>
              </a:ext>
            </a:extLst>
          </p:cNvPr>
          <p:cNvGrpSpPr/>
          <p:nvPr/>
        </p:nvGrpSpPr>
        <p:grpSpPr>
          <a:xfrm>
            <a:off x="849109" y="3610917"/>
            <a:ext cx="4408912" cy="884798"/>
            <a:chOff x="4872567" y="1295251"/>
            <a:chExt cx="2180166" cy="838200"/>
          </a:xfrm>
          <a:effectLst>
            <a:glow rad="63500">
              <a:schemeClr val="tx1">
                <a:alpha val="40000"/>
              </a:schemeClr>
            </a:glow>
          </a:effectLst>
        </p:grpSpPr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7DC250A5-5953-7762-D670-01D34BFCF524}"/>
                </a:ext>
              </a:extLst>
            </p:cNvPr>
            <p:cNvSpPr/>
            <p:nvPr/>
          </p:nvSpPr>
          <p:spPr>
            <a:xfrm>
              <a:off x="4872567" y="1295251"/>
              <a:ext cx="2180166" cy="351516"/>
            </a:xfrm>
            <a:prstGeom prst="round2SameRect">
              <a:avLst/>
            </a:prstGeom>
            <a:solidFill>
              <a:schemeClr val="bg1">
                <a:lumMod val="10000"/>
                <a:lumOff val="90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9D334818-65D9-47B6-86FE-14F939777FED}"/>
                </a:ext>
              </a:extLst>
            </p:cNvPr>
            <p:cNvSpPr/>
            <p:nvPr/>
          </p:nvSpPr>
          <p:spPr>
            <a:xfrm flipV="1">
              <a:off x="4872567" y="1646767"/>
              <a:ext cx="2180166" cy="486684"/>
            </a:xfrm>
            <a:prstGeom prst="round2SameRect">
              <a:avLst/>
            </a:prstGeom>
            <a:solidFill>
              <a:schemeClr val="tx1">
                <a:lumMod val="75000"/>
              </a:schemeClr>
            </a:solidFill>
            <a:ln>
              <a:solidFill>
                <a:schemeClr val="bg1">
                  <a:lumMod val="10000"/>
                  <a:lumOff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/>
            </a:p>
          </p:txBody>
        </p:sp>
      </p:grpSp>
      <p:sp>
        <p:nvSpPr>
          <p:cNvPr id="130" name="テキスト ボックス 129">
            <a:extLst>
              <a:ext uri="{FF2B5EF4-FFF2-40B4-BE49-F238E27FC236}">
                <a16:creationId xmlns:a16="http://schemas.microsoft.com/office/drawing/2014/main" id="{EB2648A8-E0C8-D02C-757C-182627523661}"/>
              </a:ext>
            </a:extLst>
          </p:cNvPr>
          <p:cNvSpPr txBox="1"/>
          <p:nvPr/>
        </p:nvSpPr>
        <p:spPr>
          <a:xfrm>
            <a:off x="2828413" y="3589522"/>
            <a:ext cx="450304" cy="3358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000">
                <a:solidFill>
                  <a:schemeClr val="tx1">
                    <a:lumMod val="10000"/>
                  </a:schemeClr>
                </a:solidFill>
                <a:latin typeface="+mj-ea"/>
                <a:ea typeface="+mj-ea"/>
              </a:rPr>
              <a:t>占領</a:t>
            </a:r>
            <a:endParaRPr kumimoji="1" lang="ja-JP" altLang="en-US" sz="3200">
              <a:solidFill>
                <a:schemeClr val="tx1">
                  <a:lumMod val="10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1" name="テキスト ボックス 130">
            <a:extLst>
              <a:ext uri="{FF2B5EF4-FFF2-40B4-BE49-F238E27FC236}">
                <a16:creationId xmlns:a16="http://schemas.microsoft.com/office/drawing/2014/main" id="{2BAAE694-C2EB-B708-251A-65FAFBDFB5A2}"/>
              </a:ext>
            </a:extLst>
          </p:cNvPr>
          <p:cNvSpPr txBox="1"/>
          <p:nvPr/>
        </p:nvSpPr>
        <p:spPr>
          <a:xfrm>
            <a:off x="941449" y="4087944"/>
            <a:ext cx="4224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400">
                <a:solidFill>
                  <a:schemeClr val="tx1">
                    <a:lumMod val="10000"/>
                  </a:schemeClr>
                </a:solidFill>
                <a:latin typeface="+mn-ea"/>
              </a:rPr>
              <a:t>時間内に「リョウイキ」を押し切れば占領完了！</a:t>
            </a:r>
            <a:endParaRPr kumimoji="1" lang="ja-JP" altLang="en-US" sz="2000">
              <a:solidFill>
                <a:schemeClr val="tx1">
                  <a:lumMod val="10000"/>
                </a:schemeClr>
              </a:solidFill>
              <a:latin typeface="+mn-ea"/>
            </a:endParaRPr>
          </a:p>
        </p:txBody>
      </p:sp>
      <p:sp>
        <p:nvSpPr>
          <p:cNvPr id="134" name="六角形 133">
            <a:extLst>
              <a:ext uri="{FF2B5EF4-FFF2-40B4-BE49-F238E27FC236}">
                <a16:creationId xmlns:a16="http://schemas.microsoft.com/office/drawing/2014/main" id="{2754DABB-715C-D42F-2EDE-08AD2DAFBBE4}"/>
              </a:ext>
            </a:extLst>
          </p:cNvPr>
          <p:cNvSpPr/>
          <p:nvPr/>
        </p:nvSpPr>
        <p:spPr>
          <a:xfrm>
            <a:off x="2120060" y="6170921"/>
            <a:ext cx="1060704" cy="304061"/>
          </a:xfrm>
          <a:prstGeom prst="hexagon">
            <a:avLst/>
          </a:prstGeom>
          <a:solidFill>
            <a:schemeClr val="tx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残り</a:t>
            </a:r>
            <a:r>
              <a:rPr kumimoji="1" lang="en-US" altLang="ja-JP" sz="1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10</a:t>
            </a:r>
            <a:r>
              <a:rPr kumimoji="1" lang="en-US" altLang="ja-JP" sz="11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s</a:t>
            </a:r>
            <a:endParaRPr kumimoji="1" lang="ja-JP" altLang="en-US" sz="11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cxnSp>
        <p:nvCxnSpPr>
          <p:cNvPr id="142" name="直線コネクタ 141">
            <a:extLst>
              <a:ext uri="{FF2B5EF4-FFF2-40B4-BE49-F238E27FC236}">
                <a16:creationId xmlns:a16="http://schemas.microsoft.com/office/drawing/2014/main" id="{3397589E-75F9-2CAF-47C0-BF50AD4529A1}"/>
              </a:ext>
            </a:extLst>
          </p:cNvPr>
          <p:cNvCxnSpPr>
            <a:cxnSpLocks/>
            <a:stCxn id="88" idx="0"/>
            <a:endCxn id="133" idx="3"/>
          </p:cNvCxnSpPr>
          <p:nvPr/>
        </p:nvCxnSpPr>
        <p:spPr>
          <a:xfrm flipV="1">
            <a:off x="2764666" y="4495715"/>
            <a:ext cx="288899" cy="322795"/>
          </a:xfrm>
          <a:prstGeom prst="line">
            <a:avLst/>
          </a:prstGeom>
          <a:ln w="63500">
            <a:solidFill>
              <a:schemeClr val="bg1">
                <a:lumMod val="10000"/>
                <a:lumOff val="90000"/>
              </a:schemeClr>
            </a:solidFill>
            <a:headEnd type="oval"/>
          </a:ln>
          <a:effectLst>
            <a:glow rad="63500">
              <a:schemeClr val="tx1">
                <a:alpha val="40000"/>
              </a:scheme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14603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4839D8-37F8-822E-27CA-18DF898D00AC}"/>
              </a:ext>
            </a:extLst>
          </p:cNvPr>
          <p:cNvSpPr txBox="1"/>
          <p:nvPr/>
        </p:nvSpPr>
        <p:spPr>
          <a:xfrm>
            <a:off x="278483" y="5786970"/>
            <a:ext cx="934903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40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貼って戦い、ハコノナカを制しろ。</a:t>
            </a:r>
            <a:endParaRPr kumimoji="1" lang="ja-JP" altLang="en-US" sz="54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DD1359B-1B83-08F8-94F3-C36492DE43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6694"/>
            <a:ext cx="9906000" cy="55721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56617B9-B6D1-0799-E9BF-6E901F402A8E}"/>
              </a:ext>
            </a:extLst>
          </p:cNvPr>
          <p:cNvSpPr txBox="1"/>
          <p:nvPr/>
        </p:nvSpPr>
        <p:spPr>
          <a:xfrm>
            <a:off x="9205312" y="82028"/>
            <a:ext cx="609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1/5</a:t>
            </a:r>
            <a:endParaRPr kumimoji="1" lang="ja-JP" altLang="en-US" sz="2800">
              <a:latin typeface="KaitouYokokuGothic Heavy" panose="020B0A00000000000000" pitchFamily="34" charset="0"/>
              <a:ea typeface="KaitouYokokuGothic Heavy" panose="020B0A00000000000000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DB8911D-9722-67D9-1CF1-657852FEDB44}"/>
              </a:ext>
            </a:extLst>
          </p:cNvPr>
          <p:cNvSpPr txBox="1"/>
          <p:nvPr/>
        </p:nvSpPr>
        <p:spPr>
          <a:xfrm>
            <a:off x="91227" y="82028"/>
            <a:ext cx="1580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ゲーム体験</a:t>
            </a:r>
          </a:p>
        </p:txBody>
      </p:sp>
    </p:spTree>
    <p:extLst>
      <p:ext uri="{BB962C8B-B14F-4D97-AF65-F5344CB8AC3E}">
        <p14:creationId xmlns:p14="http://schemas.microsoft.com/office/powerpoint/2010/main" val="261644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2541AE-5D0C-666F-C55C-E9D6AFE82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0100CC2-80A6-FE05-0201-8571F0340F66}"/>
              </a:ext>
            </a:extLst>
          </p:cNvPr>
          <p:cNvSpPr txBox="1"/>
          <p:nvPr/>
        </p:nvSpPr>
        <p:spPr>
          <a:xfrm>
            <a:off x="573217" y="355600"/>
            <a:ext cx="18197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A72B826-DE49-3884-FE84-1AC0E42EE416}"/>
              </a:ext>
            </a:extLst>
          </p:cNvPr>
          <p:cNvSpPr txBox="1"/>
          <p:nvPr/>
        </p:nvSpPr>
        <p:spPr>
          <a:xfrm>
            <a:off x="1136620" y="1502834"/>
            <a:ext cx="51507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キャッチコピー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32216E5-0370-88ED-E620-D78D18959F0F}"/>
              </a:ext>
            </a:extLst>
          </p:cNvPr>
          <p:cNvSpPr txBox="1"/>
          <p:nvPr/>
        </p:nvSpPr>
        <p:spPr>
          <a:xfrm>
            <a:off x="1339820" y="2538347"/>
            <a:ext cx="487986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ゲームフロー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EFFC80D-18A9-B942-1A1D-759CA047AE9A}"/>
              </a:ext>
            </a:extLst>
          </p:cNvPr>
          <p:cNvSpPr txBox="1"/>
          <p:nvPr/>
        </p:nvSpPr>
        <p:spPr>
          <a:xfrm>
            <a:off x="1864753" y="3589867"/>
            <a:ext cx="57054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1…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847463B-BE0D-9B50-8568-ABA31CFFDB8A}"/>
              </a:ext>
            </a:extLst>
          </p:cNvPr>
          <p:cNvSpPr txBox="1"/>
          <p:nvPr/>
        </p:nvSpPr>
        <p:spPr>
          <a:xfrm>
            <a:off x="3528079" y="5452534"/>
            <a:ext cx="538320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…</a:t>
            </a:r>
            <a:r>
              <a:rPr kumimoji="1" lang="en-US" altLang="ja-JP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00</a:t>
            </a:r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ｐ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.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03632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4780620-4BFC-DC4C-87C0-435B8614C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48E40EA-58A4-9EC2-7918-C1DEE7069FAF}"/>
              </a:ext>
            </a:extLst>
          </p:cNvPr>
          <p:cNvSpPr txBox="1"/>
          <p:nvPr/>
        </p:nvSpPr>
        <p:spPr>
          <a:xfrm>
            <a:off x="573217" y="355600"/>
            <a:ext cx="18197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5400">
                <a:latin typeface="KaitouYokokuGothic Heavy" panose="020B0A00000000000000" pitchFamily="34" charset="0"/>
                <a:ea typeface="KaitouYokokuGothic Heavy" panose="020B0A00000000000000" pitchFamily="34" charset="0"/>
              </a:rPr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5CD706F-60D2-C2F3-6B3A-6BEFADB04AB6}"/>
              </a:ext>
            </a:extLst>
          </p:cNvPr>
          <p:cNvSpPr txBox="1"/>
          <p:nvPr/>
        </p:nvSpPr>
        <p:spPr>
          <a:xfrm>
            <a:off x="1136620" y="1502834"/>
            <a:ext cx="308610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キャッチコピー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9E20479-FF40-F5C4-AD31-DC9F03DD2099}"/>
              </a:ext>
            </a:extLst>
          </p:cNvPr>
          <p:cNvSpPr txBox="1"/>
          <p:nvPr/>
        </p:nvSpPr>
        <p:spPr>
          <a:xfrm>
            <a:off x="1339820" y="2538347"/>
            <a:ext cx="281519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ゲームフロー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26ED407-58F8-35FF-CF03-1C6D6D8F5D9F}"/>
              </a:ext>
            </a:extLst>
          </p:cNvPr>
          <p:cNvSpPr txBox="1"/>
          <p:nvPr/>
        </p:nvSpPr>
        <p:spPr>
          <a:xfrm>
            <a:off x="1864753" y="3589867"/>
            <a:ext cx="3640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1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9752E3B-69CC-9ACF-302C-2FD5570F60AF}"/>
              </a:ext>
            </a:extLst>
          </p:cNvPr>
          <p:cNvSpPr txBox="1"/>
          <p:nvPr/>
        </p:nvSpPr>
        <p:spPr>
          <a:xfrm>
            <a:off x="2747417" y="4516967"/>
            <a:ext cx="3640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ゲームシステム</a:t>
            </a:r>
            <a:r>
              <a:rPr kumimoji="1" lang="en-US" altLang="ja-JP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3ADC83-836F-247D-1F00-8F4DC795DDDD}"/>
              </a:ext>
            </a:extLst>
          </p:cNvPr>
          <p:cNvSpPr txBox="1"/>
          <p:nvPr/>
        </p:nvSpPr>
        <p:spPr>
          <a:xfrm>
            <a:off x="3890417" y="5630334"/>
            <a:ext cx="3640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プロジェクト概要</a:t>
            </a:r>
            <a:endParaRPr kumimoji="1" lang="ja-JP" altLang="en-US" sz="5400">
              <a:latin typeface="HGP創英角ｺﾞｼｯｸUB" panose="020B0900000000000000" pitchFamily="50" charset="-128"/>
              <a:ea typeface="HGP創英角ｺﾞｼｯｸUB" panose="020B09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95168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4">
      <a:dk1>
        <a:srgbClr val="F2F2F2"/>
      </a:dk1>
      <a:lt1>
        <a:srgbClr val="262626"/>
      </a:lt1>
      <a:dk2>
        <a:srgbClr val="D8D8D8"/>
      </a:dk2>
      <a:lt2>
        <a:srgbClr val="3F3F3F"/>
      </a:lt2>
      <a:accent1>
        <a:srgbClr val="C00000"/>
      </a:accent1>
      <a:accent2>
        <a:srgbClr val="FFC000"/>
      </a:accent2>
      <a:accent3>
        <a:srgbClr val="00B050"/>
      </a:accent3>
      <a:accent4>
        <a:srgbClr val="00B0F0"/>
      </a:accent4>
      <a:accent5>
        <a:srgbClr val="0070C0"/>
      </a:accent5>
      <a:accent6>
        <a:srgbClr val="7030A0"/>
      </a:accent6>
      <a:hlink>
        <a:srgbClr val="92D050"/>
      </a:hlink>
      <a:folHlink>
        <a:srgbClr val="002060"/>
      </a:folHlink>
    </a:clrScheme>
    <a:fontScheme name="ユーザー定義 6">
      <a:majorFont>
        <a:latin typeface="Aptos Display"/>
        <a:ea typeface="クラフト明朝"/>
        <a:cs typeface=""/>
      </a:majorFont>
      <a:minorFont>
        <a:latin typeface="KaitouYokokuGothic Heavy"/>
        <a:ea typeface="装甲明朝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4temp.potx" id="{EF0E86F0-D7A7-4754-A67E-1F5E05441387}" vid="{85081E8F-2E64-49B0-9166-B089D4E207E3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A4temp</Template>
  <TotalTime>6374</TotalTime>
  <Words>590</Words>
  <Application>Microsoft Office PowerPoint</Application>
  <PresentationFormat>A4 210 x 297 mm</PresentationFormat>
  <Paragraphs>113</Paragraphs>
  <Slides>13</Slides>
  <Notes>3</Notes>
  <HiddenSlides>6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21" baseType="lpstr">
      <vt:lpstr>HGP創英角ｺﾞｼｯｸUB</vt:lpstr>
      <vt:lpstr>クラフト明朝</vt:lpstr>
      <vt:lpstr>装甲明朝</vt:lpstr>
      <vt:lpstr>游ゴシック</vt:lpstr>
      <vt:lpstr>Aptos Display</vt:lpstr>
      <vt:lpstr>Arial</vt:lpstr>
      <vt:lpstr>KaitouYokokuGothic Heavy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13 player</dc:creator>
  <cp:lastModifiedBy>13 player</cp:lastModifiedBy>
  <cp:revision>6</cp:revision>
  <dcterms:created xsi:type="dcterms:W3CDTF">2026-10-24T02:00:11Z</dcterms:created>
  <dcterms:modified xsi:type="dcterms:W3CDTF">2026-10-30T13:13:30Z</dcterms:modified>
</cp:coreProperties>
</file>
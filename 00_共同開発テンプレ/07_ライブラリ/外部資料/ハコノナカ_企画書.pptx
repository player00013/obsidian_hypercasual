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1272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AAD1D-DEDA-4A6B-9C96-ABACE7990C54}" type="datetimeFigureOut">
              <a:rPr kumimoji="1" lang="ja-JP" altLang="en-US" smtClean="0"/>
              <a:t>2026/10/25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5B6EE6-A712-4703-83AF-2AC57BB24C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189926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AAD1D-DEDA-4A6B-9C96-ABACE7990C54}" type="datetimeFigureOut">
              <a:rPr kumimoji="1" lang="ja-JP" altLang="en-US" smtClean="0"/>
              <a:t>2026/10/26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5B6EE6-A712-4703-83AF-2AC57BB24C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78029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AAD1D-DEDA-4A6B-9C96-ABACE7990C54}" type="datetimeFigureOut">
              <a:rPr kumimoji="1" lang="ja-JP" altLang="en-US" smtClean="0"/>
              <a:t>2026/10/26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5B6EE6-A712-4703-83AF-2AC57BB24C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044559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AAD1D-DEDA-4A6B-9C96-ABACE7990C54}" type="datetimeFigureOut">
              <a:rPr kumimoji="1" lang="ja-JP" altLang="en-US" smtClean="0"/>
              <a:t>2026/10/26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5B6EE6-A712-4703-83AF-2AC57BB24C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17388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AAD1D-DEDA-4A6B-9C96-ABACE7990C54}" type="datetimeFigureOut">
              <a:rPr kumimoji="1" lang="ja-JP" altLang="en-US" smtClean="0"/>
              <a:t>2026/10/26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5B6EE6-A712-4703-83AF-2AC57BB24C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325660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AAD1D-DEDA-4A6B-9C96-ABACE7990C54}" type="datetimeFigureOut">
              <a:rPr kumimoji="1" lang="ja-JP" altLang="en-US" smtClean="0"/>
              <a:t>2026/10/26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5B6EE6-A712-4703-83AF-2AC57BB24C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071871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AAD1D-DEDA-4A6B-9C96-ABACE7990C54}" type="datetimeFigureOut">
              <a:rPr kumimoji="1" lang="ja-JP" altLang="en-US" smtClean="0"/>
              <a:t>2026/10/26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5B6EE6-A712-4703-83AF-2AC57BB24C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873599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AAD1D-DEDA-4A6B-9C96-ABACE7990C54}" type="datetimeFigureOut">
              <a:rPr kumimoji="1" lang="ja-JP" altLang="en-US" smtClean="0"/>
              <a:t>2026/10/26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5B6EE6-A712-4703-83AF-2AC57BB24C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0768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AAD1D-DEDA-4A6B-9C96-ABACE7990C54}" type="datetimeFigureOut">
              <a:rPr kumimoji="1" lang="ja-JP" altLang="en-US" smtClean="0"/>
              <a:t>2026/10/26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5B6EE6-A712-4703-83AF-2AC57BB24C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638096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AAD1D-DEDA-4A6B-9C96-ABACE7990C54}" type="datetimeFigureOut">
              <a:rPr kumimoji="1" lang="ja-JP" altLang="en-US" smtClean="0"/>
              <a:t>2026/10/26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5B6EE6-A712-4703-83AF-2AC57BB24C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51776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AAD1D-DEDA-4A6B-9C96-ABACE7990C54}" type="datetimeFigureOut">
              <a:rPr kumimoji="1" lang="ja-JP" altLang="en-US" smtClean="0"/>
              <a:t>2026/10/26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5B6EE6-A712-4703-83AF-2AC57BB24C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92155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7AAD1D-DEDA-4A6B-9C96-ABACE7990C54}" type="datetimeFigureOut">
              <a:rPr kumimoji="1" lang="ja-JP" altLang="en-US" smtClean="0"/>
              <a:t>2026/10/25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5B6EE6-A712-4703-83AF-2AC57BB24C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994947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134B7D2-186A-6AC0-1E49-58C99B376346}"/>
              </a:ext>
            </a:extLst>
          </p:cNvPr>
          <p:cNvSpPr txBox="1"/>
          <p:nvPr/>
        </p:nvSpPr>
        <p:spPr>
          <a:xfrm>
            <a:off x="1782901" y="2644170"/>
            <a:ext cx="634019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9600">
                <a:latin typeface="クラフト明朝" panose="02000700000000000000" pitchFamily="50" charset="-128"/>
                <a:ea typeface="クラフト明朝" panose="02000700000000000000" pitchFamily="50" charset="-128"/>
              </a:rPr>
              <a:t>ハコ</a:t>
            </a:r>
            <a:r>
              <a:rPr kumimoji="1" lang="ja-JP" altLang="en-US" sz="96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ノ</a:t>
            </a:r>
            <a:r>
              <a:rPr kumimoji="1" lang="ja-JP" altLang="en-US" sz="9600">
                <a:latin typeface="装甲明朝" panose="02000600000000000000" pitchFamily="2" charset="-128"/>
                <a:ea typeface="装甲明朝" panose="02000600000000000000" pitchFamily="2" charset="-128"/>
              </a:rPr>
              <a:t>ナカ</a:t>
            </a:r>
          </a:p>
        </p:txBody>
      </p:sp>
    </p:spTree>
    <p:extLst>
      <p:ext uri="{BB962C8B-B14F-4D97-AF65-F5344CB8AC3E}">
        <p14:creationId xmlns:p14="http://schemas.microsoft.com/office/powerpoint/2010/main" val="34430422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ユーザー定義 4">
      <a:dk1>
        <a:srgbClr val="F2F2F2"/>
      </a:dk1>
      <a:lt1>
        <a:srgbClr val="262626"/>
      </a:lt1>
      <a:dk2>
        <a:srgbClr val="D8D8D8"/>
      </a:dk2>
      <a:lt2>
        <a:srgbClr val="3F3F3F"/>
      </a:lt2>
      <a:accent1>
        <a:srgbClr val="C00000"/>
      </a:accent1>
      <a:accent2>
        <a:srgbClr val="FFC000"/>
      </a:accent2>
      <a:accent3>
        <a:srgbClr val="00B050"/>
      </a:accent3>
      <a:accent4>
        <a:srgbClr val="00B0F0"/>
      </a:accent4>
      <a:accent5>
        <a:srgbClr val="0070C0"/>
      </a:accent5>
      <a:accent6>
        <a:srgbClr val="7030A0"/>
      </a:accent6>
      <a:hlink>
        <a:srgbClr val="92D050"/>
      </a:hlink>
      <a:folHlink>
        <a:srgbClr val="002060"/>
      </a:folHlink>
    </a:clrScheme>
    <a:fontScheme name="ユーザー定義 4">
      <a:majorFont>
        <a:latin typeface="Aptos Display"/>
        <a:ea typeface="游ゴシック Light"/>
        <a:cs typeface=""/>
      </a:majorFont>
      <a:minorFont>
        <a:latin typeface="Aptos"/>
        <a:ea typeface="游ゴシック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4temp.potx" id="{EF0E86F0-D7A7-4754-A67E-1F5E05441387}" vid="{85081E8F-2E64-49B0-9166-B089D4E207E3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A4temp</Template>
  <TotalTime>2234</TotalTime>
  <Words>1</Words>
  <Application>Microsoft Office PowerPoint</Application>
  <PresentationFormat>A4 210 x 297 mm</PresentationFormat>
  <Paragraphs>1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8" baseType="lpstr">
      <vt:lpstr>クラフト明朝</vt:lpstr>
      <vt:lpstr>装甲明朝</vt:lpstr>
      <vt:lpstr>Aptos</vt:lpstr>
      <vt:lpstr>Aptos Display</vt:lpstr>
      <vt:lpstr>Arial</vt:lpstr>
      <vt:lpstr>KaitouYokokuGothic Heavy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13 player</dc:creator>
  <cp:lastModifiedBy>13 player</cp:lastModifiedBy>
  <cp:revision>1</cp:revision>
  <dcterms:created xsi:type="dcterms:W3CDTF">2026-10-24T02:00:11Z</dcterms:created>
  <dcterms:modified xsi:type="dcterms:W3CDTF">2026-10-26T11:17:59Z</dcterms:modified>
</cp:coreProperties>
</file>
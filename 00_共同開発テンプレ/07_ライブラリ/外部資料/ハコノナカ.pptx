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66" r:id="rId3"/>
    <p:sldId id="260" r:id="rId4"/>
    <p:sldId id="264" r:id="rId5"/>
    <p:sldId id="267" r:id="rId6"/>
    <p:sldId id="268" r:id="rId7"/>
    <p:sldId id="277" r:id="rId8"/>
    <p:sldId id="270" r:id="rId9"/>
    <p:sldId id="271" r:id="rId10"/>
    <p:sldId id="272" r:id="rId11"/>
    <p:sldId id="276" r:id="rId12"/>
    <p:sldId id="269" r:id="rId13"/>
    <p:sldId id="275" r:id="rId14"/>
    <p:sldId id="274" r:id="rId15"/>
    <p:sldId id="259" r:id="rId16"/>
    <p:sldId id="258" r:id="rId17"/>
    <p:sldId id="265" r:id="rId18"/>
    <p:sldId id="257" r:id="rId19"/>
    <p:sldId id="263" r:id="rId20"/>
    <p:sldId id="261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7D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16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C07E8E-384A-4F5F-8DCE-0D2F9D5FFE29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18EFD0-DF17-4699-8BA7-60BFD63B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042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57200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84947-B363-A425-CFAB-ACE7F4B3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721449D-3C02-A37A-30C2-1E941F462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60D9546-6BB1-9F26-D7B8-9EA121321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7BBB40D-1655-2E14-405F-4C0474816A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97226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931B8-F2AD-A166-5641-5FF6AC06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A419BB3-FB78-F73B-E217-C8F07A0354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B97F57-3AAC-C533-7AD2-2EE12B01D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345D0B-36A5-2702-8457-EFA2ED36D6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9015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1A1BB-E1A1-C3D2-B87A-A98C5154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3EF6E6B-6C63-0C95-7073-D83AB10DE4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584AC8B-80AB-3671-551C-70F90016C9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85DB26-8CE5-E4D5-225C-595673E1F7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94205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DBABC-B921-C307-0779-691F3258C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9C9891D-978B-71F7-F825-1A30A96753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FF59C96-11D6-269E-F3D6-87326103A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CB56CC-AA0F-2966-4E07-27EFD3457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94560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1FDA3-02FC-D9EF-9151-AEC2DA0FF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2920103-2034-FE7F-ED8F-AF62CE5D5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687BC33-0721-EEC1-6014-749AF1933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8576509-5044-F1B9-DD9A-B9A675CA5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38273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8B0E-044C-9413-629C-E06F74B9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00D7CE1-1318-5AC7-6BF3-B44F2E3FF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E260678-4EEC-1A39-7D5D-8CF1AF899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C7F4F4E-43B4-97EE-A48F-5EAAA8D2A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33659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78611-E8FF-502D-1A74-C4CCE3CBC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FD68A33-DA35-ED76-E73D-58C308D92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F6DCE0-4519-5298-D049-C4A959DB7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8831879-9EF5-C010-0865-0D2913BE19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96592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113EB-06B6-7517-A6C1-12B9D234A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DE2FEB5-2452-A2DF-0ABB-7123D470A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3E34D4D-1529-647A-DDA1-565B02B606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DC3849-E85C-7BB7-75A5-49EB60F7F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7841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F68B7-D283-063A-3081-FA1E8A5B6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25BCC11-6F82-37BD-60B6-D4710B354E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0A4FE9D-5F5A-1292-9659-6E74721FF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6A2E49D-B11C-82FA-8147-CEF96B5EDE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6030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ECA663-A2B2-6463-D018-01AFF7625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EFEF2FC-047C-6CDC-EA4A-FB1A1F395D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76ACD0-D189-58F0-520F-42A6C06A1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A03A34-6BF3-3F6F-9C6C-2787AD9C3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A230C1-7AF4-B51E-CA6D-EF65F2347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4728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DAAB7A-6C28-2606-AB57-5D6C9F466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156E67-FE59-8895-1EF6-23DE5A33D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E665C8-D377-5A1F-142A-04A8A1620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B93F3D-3F11-57F0-AB80-BB010D175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05966B-B673-640E-A3FE-48E428CC6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586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E0636B-A0BF-76D4-8FA2-935A9E904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9454EAE-3C54-AD00-63E5-CF950FFC32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D3D7BE-2DD1-7437-740F-3CFC83BCA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C40B2D-0672-9762-7F81-43C2804E9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BB218E-B378-DDA8-CB8A-971E83C22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467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2569DE-7C7B-B73D-545E-6F1833002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D1BE34B-A27A-8D78-2A89-7C720901AB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92D4200-C8AE-6E5E-80C0-1BEE425ED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FCA373F-2AE6-2EFE-B61C-322F7295B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726F369-CB20-6776-842A-C04C2C676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D4F2C9F-1A39-416C-187D-170CB17C6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4660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66B55D-1EAC-5C0A-70DF-EAC76C3A6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EDEB31B-323D-3EFF-C7FA-8105A6493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FFC4C63-0246-3ACC-325B-660CFA3099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5D083F-6BEC-0C97-2F70-7BB4A80D55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60B49C-09C8-ADAF-B402-BE3C4340F9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66BB543-8F6A-E9A9-E3A3-31ABF5856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FB2A12B-4B9B-519E-0D10-E2B3FCF2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43FE3D4-E4A9-603E-2FE4-89C67006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7815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6CB45F-8E55-4921-B510-2A540953F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862ED9A-EBBC-BBD1-6F60-0EE9863F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88DB352-76D7-BB30-433E-B50BB7C78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B4468A2-FBEF-7B3F-E0F1-DD70AB757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0449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334EC69-E820-C9E0-A74D-D354EC72A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D554A9-F0D5-72FC-DA95-CA8F2FB09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4DE8E1A-D291-95C3-BF60-17EA945BF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3528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4A30AD-2937-C275-D1C7-AE27510F5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634CB8F-9EB3-5C19-79FF-C614BD7F39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CE5C19A-2F3E-612F-B5A0-963690BBD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5F3598-56E7-CD23-C126-AE9B0C455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82B7D3A-86A7-E6F6-870D-346415AB3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A9672E-DF97-AE95-2BFA-7571383FE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396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A8FED9-93EF-3000-F8A6-0F4F0E1AC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AD252FF-1DB3-1F14-DDE3-F9A6F47E5D1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7D0D090-68C8-33D3-A672-33D51F3DFC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7E3A055-D2D8-0FDE-4162-5225CC2C6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20C680A-C158-AD12-F649-7782A007C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E889203-7694-B7FE-3C06-4FEDA81DE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6913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8B90DA-7365-5D10-B0B9-B92D4FE6F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07E10D4-02DE-38D8-FD1D-04B212E4CD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49A997-8525-0E0D-1641-6E3B797A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B5408B-A663-CABA-6891-464080BFD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C6EB77-106A-4DA5-A378-A9244A487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3731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EB6FFF6-BA56-1BB3-A16B-0446F4F96D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CBFB989-A7C0-78E7-7BD6-A492DB00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8A30D2-DD6B-FA75-0757-AC68D7F1E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85A7A1-634E-FCCB-7AB9-01E136405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56C028-A873-1F05-9CB9-900F15CA8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5622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73CE74-FA58-3803-6B45-5D99F0B3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0A11C0-C6AE-5A1E-353B-20E16D082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3A9E26-E841-4E52-3794-E6D0AF37A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7E3442-1CCD-464F-BC27-95AD45465B48}" type="datetimeFigureOut">
              <a:rPr kumimoji="1" lang="ja-JP" altLang="en-US" smtClean="0"/>
              <a:t>2026/10/24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CEA847-BB67-A013-B499-6E2C484C3C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8C4788-B149-9A97-9224-A8EA5929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5936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14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openxmlformats.org/officeDocument/2006/relationships/image" Target="../media/image17.png"/><Relationship Id="rId5" Type="http://schemas.openxmlformats.org/officeDocument/2006/relationships/image" Target="../media/image14.png"/><Relationship Id="rId10" Type="http://schemas.openxmlformats.org/officeDocument/2006/relationships/image" Target="../media/image16.png"/><Relationship Id="rId4" Type="http://schemas.microsoft.com/office/2007/relationships/hdphoto" Target="../media/hdphoto1.wdp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14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4.png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microsoft.com/office/2007/relationships/hdphoto" Target="../media/hdphoto3.wdp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microsoft.com/office/2007/relationships/hdphoto" Target="../media/hdphoto1.wdp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5" Type="http://schemas.openxmlformats.org/officeDocument/2006/relationships/image" Target="../media/image21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2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8F3B8DD-179C-49F3-950E-A86504498A7A}"/>
              </a:ext>
            </a:extLst>
          </p:cNvPr>
          <p:cNvSpPr txBox="1"/>
          <p:nvPr/>
        </p:nvSpPr>
        <p:spPr>
          <a:xfrm>
            <a:off x="2925901" y="2644170"/>
            <a:ext cx="63401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ハコノナカ</a:t>
            </a:r>
          </a:p>
        </p:txBody>
      </p:sp>
    </p:spTree>
    <p:extLst>
      <p:ext uri="{BB962C8B-B14F-4D97-AF65-F5344CB8AC3E}">
        <p14:creationId xmlns:p14="http://schemas.microsoft.com/office/powerpoint/2010/main" val="376194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1AD54B-EFB5-F776-6EC4-22D7D7720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A152CB-E898-4AD9-6F49-8855FFFFF898}"/>
              </a:ext>
            </a:extLst>
          </p:cNvPr>
          <p:cNvSpPr txBox="1"/>
          <p:nvPr/>
        </p:nvSpPr>
        <p:spPr>
          <a:xfrm>
            <a:off x="1079244" y="1905506"/>
            <a:ext cx="1003351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</a:t>
            </a:r>
            <a:r>
              <a:rPr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を</a:t>
            </a: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開け続けて</a:t>
            </a:r>
            <a:br>
              <a:rPr lang="en-US" altLang="ja-JP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ナカミに辿り着け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15F33A9-4523-9174-2456-3EF1EBCA2168}"/>
              </a:ext>
            </a:extLst>
          </p:cNvPr>
          <p:cNvSpPr txBox="1"/>
          <p:nvPr/>
        </p:nvSpPr>
        <p:spPr>
          <a:xfrm>
            <a:off x="5439411" y="524574"/>
            <a:ext cx="13131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4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概要</a:t>
            </a:r>
          </a:p>
        </p:txBody>
      </p:sp>
    </p:spTree>
    <p:extLst>
      <p:ext uri="{BB962C8B-B14F-4D97-AF65-F5344CB8AC3E}">
        <p14:creationId xmlns:p14="http://schemas.microsoft.com/office/powerpoint/2010/main" val="4234801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116F26-1DAE-C4A7-9CF6-252572586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1F82B3-85A5-0B92-C463-E4FB6F11625E}"/>
              </a:ext>
            </a:extLst>
          </p:cNvPr>
          <p:cNvSpPr txBox="1"/>
          <p:nvPr/>
        </p:nvSpPr>
        <p:spPr>
          <a:xfrm>
            <a:off x="1079245" y="1905506"/>
            <a:ext cx="10033517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「お札」で</a:t>
            </a:r>
            <a:br>
              <a:rPr lang="en-US" altLang="ja-JP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フシギバコを</a:t>
            </a:r>
            <a:br>
              <a:rPr kumimoji="1" lang="en-US" altLang="ja-JP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安全に開けよう！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F17887C-8093-FE73-D78B-3CDF546A0CD8}"/>
              </a:ext>
            </a:extLst>
          </p:cNvPr>
          <p:cNvSpPr txBox="1"/>
          <p:nvPr/>
        </p:nvSpPr>
        <p:spPr>
          <a:xfrm>
            <a:off x="4875154" y="524574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4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システム</a:t>
            </a:r>
          </a:p>
        </p:txBody>
      </p:sp>
    </p:spTree>
    <p:extLst>
      <p:ext uri="{BB962C8B-B14F-4D97-AF65-F5344CB8AC3E}">
        <p14:creationId xmlns:p14="http://schemas.microsoft.com/office/powerpoint/2010/main" val="3175525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A64D8E-D7B6-9716-736A-E00B1BFD9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BA279B0-9D47-4EEA-6F8D-38DE1E5914CE}"/>
              </a:ext>
            </a:extLst>
          </p:cNvPr>
          <p:cNvSpPr txBox="1"/>
          <p:nvPr/>
        </p:nvSpPr>
        <p:spPr>
          <a:xfrm>
            <a:off x="3182382" y="524574"/>
            <a:ext cx="58272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4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届いた「フシギバコ」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70182F3-0FB2-8363-1457-F03412E14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919057" y="3610947"/>
            <a:ext cx="3553797" cy="2584580"/>
          </a:xfrm>
          <a:prstGeom prst="rect">
            <a:avLst/>
          </a:prstGeom>
          <a:ln>
            <a:noFill/>
          </a:ln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99089C62-B9E1-3EBD-2BCF-5483C5A693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4822363" y="1794588"/>
            <a:ext cx="3553797" cy="2584580"/>
          </a:xfrm>
          <a:prstGeom prst="rect">
            <a:avLst/>
          </a:prstGeom>
          <a:ln>
            <a:noFill/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7C999496-888F-57F5-371B-A2BA5610864B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8147171" y="3725519"/>
            <a:ext cx="3553797" cy="258458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105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CF8338-D420-63FF-89DF-42AE4702E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AB76D3-F412-7877-AD9C-8C96FFEFC1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134B7D76-12AA-EED5-958B-9B00D00DC10F}"/>
              </a:ext>
            </a:extLst>
          </p:cNvPr>
          <p:cNvGrpSpPr/>
          <p:nvPr/>
        </p:nvGrpSpPr>
        <p:grpSpPr>
          <a:xfrm rot="765235">
            <a:off x="2362398" y="2196217"/>
            <a:ext cx="981079" cy="981079"/>
            <a:chOff x="1975681" y="3937390"/>
            <a:chExt cx="1007961" cy="1007961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4DAA879D-BB78-4D68-8196-FA3938CA6545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6255064-E561-129B-E3BF-690140028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pic>
        <p:nvPicPr>
          <p:cNvPr id="63" name="図 62">
            <a:extLst>
              <a:ext uri="{FF2B5EF4-FFF2-40B4-BE49-F238E27FC236}">
                <a16:creationId xmlns:a16="http://schemas.microsoft.com/office/drawing/2014/main" id="{A0CF4F2C-9F26-01C8-F217-61C1D974DFB3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6140" y="2993485"/>
            <a:ext cx="3949953" cy="2962465"/>
          </a:xfrm>
          <a:prstGeom prst="rect">
            <a:avLst/>
          </a:prstGeom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EBEA578C-97A7-50D7-FF9C-42012EA99F3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4EE34E22-3D3C-B5DC-D5E9-C30E404259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DA43FF2A-37CE-52F2-6BBB-E9D1CD75EB00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42EB3D22-3892-419E-EFA4-76E097E33E75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05D25211-93D5-93FA-DE8B-9BB1D15EB8B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F34F7654-5325-3B1A-1AE5-1BE11FEC91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5CAF4A51-EA51-08C4-244C-F1E8F059B652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8E80BF9F-9FB1-0FDC-DB6A-3449E10E5EA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DCE0F388-F4F1-DD0F-33C7-1D4D2F1564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0817E77F-EF35-B497-40A2-9073794798D1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E88A2B5F-6840-9C33-1BD4-50BF67BE025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E9C8DBC1-4CFC-1E18-BDFC-C73385D8C1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81" name="図 80">
            <a:extLst>
              <a:ext uri="{FF2B5EF4-FFF2-40B4-BE49-F238E27FC236}">
                <a16:creationId xmlns:a16="http://schemas.microsoft.com/office/drawing/2014/main" id="{D69C6716-771F-7071-0BC7-DB02AB6CB2F6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327025">
            <a:off x="4383778" y="2585292"/>
            <a:ext cx="2521775" cy="2521776"/>
          </a:xfrm>
          <a:prstGeom prst="rect">
            <a:avLst/>
          </a:prstGeom>
        </p:spPr>
      </p:pic>
      <p:pic>
        <p:nvPicPr>
          <p:cNvPr id="83" name="図 82">
            <a:extLst>
              <a:ext uri="{FF2B5EF4-FFF2-40B4-BE49-F238E27FC236}">
                <a16:creationId xmlns:a16="http://schemas.microsoft.com/office/drawing/2014/main" id="{C881D758-86AC-BBA3-DDEE-0F1C584D8865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272975" flipV="1">
            <a:off x="4234689" y="3444731"/>
            <a:ext cx="2521775" cy="2521776"/>
          </a:xfrm>
          <a:prstGeom prst="rect">
            <a:avLst/>
          </a:prstGeom>
        </p:spPr>
      </p:pic>
      <p:pic>
        <p:nvPicPr>
          <p:cNvPr id="85" name="図 84">
            <a:extLst>
              <a:ext uri="{FF2B5EF4-FFF2-40B4-BE49-F238E27FC236}">
                <a16:creationId xmlns:a16="http://schemas.microsoft.com/office/drawing/2014/main" id="{FC137874-22A0-5CE2-B31B-0C8F994D9EDB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76" b="73329"/>
          <a:stretch>
            <a:fillRect/>
          </a:stretch>
        </p:blipFill>
        <p:spPr>
          <a:xfrm flipH="1">
            <a:off x="2171444" y="4777957"/>
            <a:ext cx="1084689" cy="1022256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768F25E5-A286-0F5A-2EFB-61F4A45BE64C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84" b="51116"/>
          <a:stretch>
            <a:fillRect/>
          </a:stretch>
        </p:blipFill>
        <p:spPr>
          <a:xfrm rot="3584158">
            <a:off x="4046560" y="2142190"/>
            <a:ext cx="1218350" cy="1659523"/>
          </a:xfrm>
          <a:prstGeom prst="rect">
            <a:avLst/>
          </a:prstGeom>
        </p:spPr>
      </p:pic>
      <p:pic>
        <p:nvPicPr>
          <p:cNvPr id="89" name="図 88">
            <a:extLst>
              <a:ext uri="{FF2B5EF4-FFF2-40B4-BE49-F238E27FC236}">
                <a16:creationId xmlns:a16="http://schemas.microsoft.com/office/drawing/2014/main" id="{72C1FDCC-9BA5-1FD2-F364-B73CD37A034A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5060" r="64244" b="52313"/>
          <a:stretch>
            <a:fillRect/>
          </a:stretch>
        </p:blipFill>
        <p:spPr>
          <a:xfrm>
            <a:off x="6003479" y="2242919"/>
            <a:ext cx="1160117" cy="1088995"/>
          </a:xfrm>
          <a:prstGeom prst="rect">
            <a:avLst/>
          </a:prstGeom>
        </p:spPr>
      </p:pic>
      <p:pic>
        <p:nvPicPr>
          <p:cNvPr id="91" name="図 90">
            <a:extLst>
              <a:ext uri="{FF2B5EF4-FFF2-40B4-BE49-F238E27FC236}">
                <a16:creationId xmlns:a16="http://schemas.microsoft.com/office/drawing/2014/main" id="{217012F2-2BDB-81B8-6D7B-9BEE1BA1D69D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1" t="46413" r="73548" b="4703"/>
          <a:stretch>
            <a:fillRect/>
          </a:stretch>
        </p:blipFill>
        <p:spPr>
          <a:xfrm>
            <a:off x="3256133" y="3948196"/>
            <a:ext cx="1107219" cy="165952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A4BB70B7-B370-892C-09D5-18FC5E43A8D3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65" t="72213" r="29868" b="1551"/>
          <a:stretch>
            <a:fillRect/>
          </a:stretch>
        </p:blipFill>
        <p:spPr>
          <a:xfrm flipH="1">
            <a:off x="2260655" y="3584513"/>
            <a:ext cx="1184566" cy="785677"/>
          </a:xfrm>
          <a:prstGeom prst="rect">
            <a:avLst/>
          </a:prstGeom>
        </p:spPr>
      </p:pic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079FF349-B4F0-BC95-C49C-FA9698BFCA42}"/>
              </a:ext>
            </a:extLst>
          </p:cNvPr>
          <p:cNvSpPr/>
          <p:nvPr/>
        </p:nvSpPr>
        <p:spPr>
          <a:xfrm rot="21181824">
            <a:off x="7379328" y="2159900"/>
            <a:ext cx="890013" cy="8900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30AE6867-47BD-FFA4-7EE0-405C0B1A1284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C1656FEB-E9C7-A3C6-ABBF-F4049B770335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7C64E73-0D17-51BF-7F33-F3CA9925A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E1D78C7-6770-F765-9924-89536B947956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E75639F5-D07F-81ED-4C34-8EF8DD401553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52173F5-AA26-A94A-5686-6D90879FDCCB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6549901-09BA-FC6E-D4EB-ECC3B71406B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0B97E54-9C88-859E-CC38-A5E90B7F554F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F1409C9-4264-02CE-07CC-065CAD1C46D7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06DD4B5-608A-E13A-EB81-CEA519E0D6AA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87A6EC2-CE32-7E5D-EC42-A9B43462B041}"/>
              </a:ext>
            </a:extLst>
          </p:cNvPr>
          <p:cNvSpPr txBox="1"/>
          <p:nvPr/>
        </p:nvSpPr>
        <p:spPr>
          <a:xfrm rot="820248">
            <a:off x="2398108" y="3042021"/>
            <a:ext cx="647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5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20401D5-DAE1-7E42-AC9A-EAF7535201F4}"/>
              </a:ext>
            </a:extLst>
          </p:cNvPr>
          <p:cNvSpPr txBox="1"/>
          <p:nvPr/>
        </p:nvSpPr>
        <p:spPr>
          <a:xfrm rot="21164996" flipH="1">
            <a:off x="7641741" y="2990914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5A2DCB12-976E-FCAB-222A-233B0F23EBC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59D32DC1-BA7A-0227-0982-D24921EB3CB4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C8EC473D-376E-6846-D735-91C6EDB3F083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AE60CAC3-53FF-2B68-A9AC-C97CCEB639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D43BB7D1-1E8D-DC61-C1A9-1D3EEDEBD399}"/>
              </a:ext>
            </a:extLst>
          </p:cNvPr>
          <p:cNvSpPr/>
          <p:nvPr/>
        </p:nvSpPr>
        <p:spPr>
          <a:xfrm rot="21181824">
            <a:off x="7383832" y="2194449"/>
            <a:ext cx="351913" cy="8900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9" name="図 98">
            <a:extLst>
              <a:ext uri="{FF2B5EF4-FFF2-40B4-BE49-F238E27FC236}">
                <a16:creationId xmlns:a16="http://schemas.microsoft.com/office/drawing/2014/main" id="{28345976-E9DB-3ED9-06AB-06EE8E9E1BD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0360" y="2223240"/>
            <a:ext cx="770245" cy="770245"/>
          </a:xfrm>
          <a:prstGeom prst="rect">
            <a:avLst/>
          </a:prstGeom>
        </p:spPr>
      </p:pic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70C4657F-46B3-8711-C17E-6E928573C2B7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95CA6C0A-5835-B7AA-A8D5-336528D26B3F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8EB45918-EB7F-4804-6C9F-A4DDDA7412F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79298654-19A6-D1A9-29C7-86F9A19D43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4E765FA4-6881-62D1-02EC-D171C6A0E783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86D9A68B-61F0-281F-1C46-5762E8BE6A4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C75E5E2F-25F7-C344-6B78-C782774FA9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AF9F5C26-641C-781D-716D-F377904FE172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85538862-1E8C-780F-F770-D4A6CBF6C81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BA58BAC5-EF85-E83D-6C35-3E47F03B30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A98B38D6-6524-834D-7F6C-1398C8A434A5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F861DC86-2F05-C4AC-0DFE-989579CC758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E049C02D-54F0-BFAD-1556-50F6D113281D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6882E3D2-6D7B-A3A5-E01C-8F7E914D3EF7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E7114965-48D0-0AB9-561D-B368AC264E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1B2327ED-4143-B81E-6A22-980B37231D3C}"/>
              </a:ext>
            </a:extLst>
          </p:cNvPr>
          <p:cNvSpPr/>
          <p:nvPr/>
        </p:nvSpPr>
        <p:spPr>
          <a:xfrm>
            <a:off x="1971161" y="1894957"/>
            <a:ext cx="6610297" cy="4206569"/>
          </a:xfrm>
          <a:prstGeom prst="rect">
            <a:avLst/>
          </a:prstGeom>
          <a:noFill/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2" name="図 71">
            <a:extLst>
              <a:ext uri="{FF2B5EF4-FFF2-40B4-BE49-F238E27FC236}">
                <a16:creationId xmlns:a16="http://schemas.microsoft.com/office/drawing/2014/main" id="{3186EBC9-F614-CCC8-4C03-59837517190B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4D60F338-02FE-FEB8-9776-C2818695174E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29229D18-8927-0C6E-1781-D3245A16A1ED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5A75DB60-C398-B93D-4B31-32A8DE6D31C7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C3831195-87F9-E0CA-F640-DEA2732327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1681D7BD-956A-B38A-143B-02E7D837A289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A59F9A25-C4BB-356E-239F-5594971F2DA3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3D450078-C802-2420-757A-0EB450A75E0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E48CA69E-F332-ED6E-1034-19234B2C555E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533F8406-7406-6ACD-6A8D-B6589CE960A3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4DD910BB-6AB5-8266-A75D-B6568AFE5DF5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8BE1A22C-66DF-29EC-9C6C-0CB20EC4C1BD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64BD4BCA-83C4-400C-94A9-2B5DB31C7370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238DB54D-DEC8-7D7A-653D-4C96D6BC6E4F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DD08336B-64DD-9BA8-6858-029A2A717F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6204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988FE3-F17E-84EC-F7D3-0221AB15B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E049AD-319E-D864-AB4A-6024317431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782F1F-BCED-E509-C085-C014923263C6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6135BD-B0F6-D754-8D86-E38E24E381B8}"/>
              </a:ext>
            </a:extLst>
          </p:cNvPr>
          <p:cNvSpPr txBox="1"/>
          <p:nvPr/>
        </p:nvSpPr>
        <p:spPr>
          <a:xfrm rot="21338767">
            <a:off x="3898123" y="393620"/>
            <a:ext cx="439575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6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決着！</a:t>
            </a:r>
            <a:endParaRPr kumimoji="1" lang="ja-JP" altLang="en-US" sz="96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F18F85F2-2426-DC75-211F-A964121D3B9D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219B0F0D-640A-9A19-2CA8-165E339DA5BD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BD9368DE-B4EA-B45C-E16D-83463BF1BD9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9A594490-E446-7B2E-6D6D-CC1EC6309C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D0B00501-057B-A1BD-87F7-121CE53920C0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8D08928E-67FE-DD39-DA6A-A49A43F665CC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D56128CC-0A8B-CDCD-CC6D-C082B5FFAD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CA896D64-5E79-2FD4-B270-2E2532C5093C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500BD10A-C737-8138-C8D5-8997846D547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0DF44792-D3CF-2E9D-2982-363CAA40AE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A6BC04DE-0D3C-DB67-AF11-FC0557BA66DA}"/>
              </a:ext>
            </a:extLst>
          </p:cNvPr>
          <p:cNvGrpSpPr/>
          <p:nvPr/>
        </p:nvGrpSpPr>
        <p:grpSpPr>
          <a:xfrm rot="3812523">
            <a:off x="2115672" y="2974672"/>
            <a:ext cx="1109998" cy="1038026"/>
            <a:chOff x="4369225" y="1829062"/>
            <a:chExt cx="811086" cy="758496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51F76AC8-0791-D133-A22F-4C1CD6F2332E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EE9FC9AC-AB30-F3DB-4A13-CC0CDAA8816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2984B84E-9771-10AA-A5E0-0FD178402B9F}"/>
              </a:ext>
            </a:extLst>
          </p:cNvPr>
          <p:cNvGrpSpPr/>
          <p:nvPr/>
        </p:nvGrpSpPr>
        <p:grpSpPr>
          <a:xfrm rot="3812523">
            <a:off x="2947674" y="2845302"/>
            <a:ext cx="1109998" cy="1038026"/>
            <a:chOff x="4369225" y="1829062"/>
            <a:chExt cx="811086" cy="758496"/>
          </a:xfrm>
        </p:grpSpPr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E0592566-747A-A7E2-1209-0639D0307676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8" name="図 37">
              <a:extLst>
                <a:ext uri="{FF2B5EF4-FFF2-40B4-BE49-F238E27FC236}">
                  <a16:creationId xmlns:a16="http://schemas.microsoft.com/office/drawing/2014/main" id="{29CFBDD5-AC04-D711-C05E-70B74A974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248537BD-8AAF-7000-AA78-EB898908A9D4}"/>
              </a:ext>
            </a:extLst>
          </p:cNvPr>
          <p:cNvGrpSpPr/>
          <p:nvPr/>
        </p:nvGrpSpPr>
        <p:grpSpPr>
          <a:xfrm>
            <a:off x="3735938" y="3064127"/>
            <a:ext cx="1740277" cy="1153375"/>
            <a:chOff x="3735938" y="3064127"/>
            <a:chExt cx="1740277" cy="1153375"/>
          </a:xfrm>
        </p:grpSpPr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127B1E06-A1A9-17E4-A319-DAF5AFEA1148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32F2C940-925B-5853-E349-0C973AE02CD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0069D72C-3DEA-E2BA-6CBC-DA6E14B76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7BEE85D7-7196-3ED3-0C35-EA742E942A8C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48" name="正方形/長方形 47">
                <a:extLst>
                  <a:ext uri="{FF2B5EF4-FFF2-40B4-BE49-F238E27FC236}">
                    <a16:creationId xmlns:a16="http://schemas.microsoft.com/office/drawing/2014/main" id="{0E6F571F-6D34-C230-12C2-24D6873C7179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9" name="図 48">
                <a:extLst>
                  <a:ext uri="{FF2B5EF4-FFF2-40B4-BE49-F238E27FC236}">
                    <a16:creationId xmlns:a16="http://schemas.microsoft.com/office/drawing/2014/main" id="{5406C745-F773-10D6-A568-9B683F2B9F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223645B2-C187-65BA-0D57-4F0F19465B0C}"/>
              </a:ext>
            </a:extLst>
          </p:cNvPr>
          <p:cNvGrpSpPr/>
          <p:nvPr/>
        </p:nvGrpSpPr>
        <p:grpSpPr>
          <a:xfrm rot="6843358">
            <a:off x="3851039" y="2755835"/>
            <a:ext cx="666127" cy="622936"/>
            <a:chOff x="4369225" y="1829062"/>
            <a:chExt cx="811086" cy="758496"/>
          </a:xfrm>
        </p:grpSpPr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066530D6-B621-92AC-F0F8-B2288684ECB4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9" name="図 58">
              <a:extLst>
                <a:ext uri="{FF2B5EF4-FFF2-40B4-BE49-F238E27FC236}">
                  <a16:creationId xmlns:a16="http://schemas.microsoft.com/office/drawing/2014/main" id="{DDC0B1CE-3153-DEBE-AD92-6A505560123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68674A77-BE75-4DFA-5C5B-6BE014A2960F}"/>
              </a:ext>
            </a:extLst>
          </p:cNvPr>
          <p:cNvGrpSpPr/>
          <p:nvPr/>
        </p:nvGrpSpPr>
        <p:grpSpPr>
          <a:xfrm rot="3812523">
            <a:off x="5341637" y="2812301"/>
            <a:ext cx="1109998" cy="1038026"/>
            <a:chOff x="4369225" y="1829062"/>
            <a:chExt cx="811086" cy="758496"/>
          </a:xfrm>
        </p:grpSpPr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9CB58A1A-2935-605E-F6D1-0421573E1433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2" name="図 61">
              <a:extLst>
                <a:ext uri="{FF2B5EF4-FFF2-40B4-BE49-F238E27FC236}">
                  <a16:creationId xmlns:a16="http://schemas.microsoft.com/office/drawing/2014/main" id="{14199237-D88E-8C92-7573-66845FF5B6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C5F7624A-5BBC-B3BB-CF03-A6AC6EEA6398}"/>
              </a:ext>
            </a:extLst>
          </p:cNvPr>
          <p:cNvGrpSpPr/>
          <p:nvPr/>
        </p:nvGrpSpPr>
        <p:grpSpPr>
          <a:xfrm rot="3812523">
            <a:off x="5843338" y="3643108"/>
            <a:ext cx="599987" cy="561084"/>
            <a:chOff x="4369225" y="1829062"/>
            <a:chExt cx="811086" cy="758496"/>
          </a:xfrm>
        </p:grpSpPr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D0067616-744D-1121-8E1A-C5CD5F0556F3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5" name="図 64">
              <a:extLst>
                <a:ext uri="{FF2B5EF4-FFF2-40B4-BE49-F238E27FC236}">
                  <a16:creationId xmlns:a16="http://schemas.microsoft.com/office/drawing/2014/main" id="{FE7A9B69-55E0-E1EE-042E-D1437CCB372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C9E6BA1D-6D2B-2AA5-278D-3A7AD72C7263}"/>
              </a:ext>
            </a:extLst>
          </p:cNvPr>
          <p:cNvGrpSpPr/>
          <p:nvPr/>
        </p:nvGrpSpPr>
        <p:grpSpPr>
          <a:xfrm rot="3812523">
            <a:off x="765750" y="3643107"/>
            <a:ext cx="599987" cy="561084"/>
            <a:chOff x="4369225" y="1829062"/>
            <a:chExt cx="811086" cy="758496"/>
          </a:xfrm>
        </p:grpSpPr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AABD37E2-971E-A2D0-DCBD-AADF3A32D1C3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48356A94-79DD-B417-07C6-634B97100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0" name="グループ化 69">
            <a:extLst>
              <a:ext uri="{FF2B5EF4-FFF2-40B4-BE49-F238E27FC236}">
                <a16:creationId xmlns:a16="http://schemas.microsoft.com/office/drawing/2014/main" id="{F868BBEF-EE06-6F94-142F-92EB88F1CA08}"/>
              </a:ext>
            </a:extLst>
          </p:cNvPr>
          <p:cNvGrpSpPr/>
          <p:nvPr/>
        </p:nvGrpSpPr>
        <p:grpSpPr>
          <a:xfrm rot="6843358">
            <a:off x="6474106" y="2951089"/>
            <a:ext cx="1032981" cy="966003"/>
            <a:chOff x="4369225" y="1829062"/>
            <a:chExt cx="811086" cy="758496"/>
          </a:xfrm>
        </p:grpSpPr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5693C8C8-9BC9-297E-2B65-AA913D9E4AA0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5" name="図 74">
              <a:extLst>
                <a:ext uri="{FF2B5EF4-FFF2-40B4-BE49-F238E27FC236}">
                  <a16:creationId xmlns:a16="http://schemas.microsoft.com/office/drawing/2014/main" id="{75135FC8-C591-F718-3114-1D8FE48D8F1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19FFB23C-7F3E-4FE0-065C-513503C1E5C1}"/>
              </a:ext>
            </a:extLst>
          </p:cNvPr>
          <p:cNvGrpSpPr/>
          <p:nvPr/>
        </p:nvGrpSpPr>
        <p:grpSpPr>
          <a:xfrm rot="6843358">
            <a:off x="7317885" y="2808480"/>
            <a:ext cx="849462" cy="794383"/>
            <a:chOff x="4369225" y="1829062"/>
            <a:chExt cx="811086" cy="758496"/>
          </a:xfrm>
        </p:grpSpPr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B08E4717-1E13-0915-0FFE-5E78DA999AAA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BFFA06C4-D4D4-9DF1-DCCD-C77A132629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A3E00C47-4E8A-498B-2A3F-390250134612}"/>
              </a:ext>
            </a:extLst>
          </p:cNvPr>
          <p:cNvGrpSpPr/>
          <p:nvPr/>
        </p:nvGrpSpPr>
        <p:grpSpPr>
          <a:xfrm>
            <a:off x="8150559" y="3036205"/>
            <a:ext cx="1740277" cy="1153375"/>
            <a:chOff x="3735938" y="3064127"/>
            <a:chExt cx="1740277" cy="1153375"/>
          </a:xfrm>
        </p:grpSpPr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983E59F8-6C01-66DB-38FF-146B38C439DA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9444AADC-0F23-28D8-C657-C6103E89841C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2" name="図 81">
                <a:extLst>
                  <a:ext uri="{FF2B5EF4-FFF2-40B4-BE49-F238E27FC236}">
                    <a16:creationId xmlns:a16="http://schemas.microsoft.com/office/drawing/2014/main" id="{36846AF5-F8C2-174C-4A31-E636F6E2C1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30DA7FFD-C6FD-7C41-E833-50AF04A263EC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8BDA2F2D-2143-7972-BAA8-72E2554BDE98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0" name="図 79">
                <a:extLst>
                  <a:ext uri="{FF2B5EF4-FFF2-40B4-BE49-F238E27FC236}">
                    <a16:creationId xmlns:a16="http://schemas.microsoft.com/office/drawing/2014/main" id="{7D9E9384-D4F9-547D-80E1-79DEA5DF48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947D1548-1248-A8C3-9EC0-00A666268180}"/>
              </a:ext>
            </a:extLst>
          </p:cNvPr>
          <p:cNvGrpSpPr/>
          <p:nvPr/>
        </p:nvGrpSpPr>
        <p:grpSpPr>
          <a:xfrm rot="6843358">
            <a:off x="8265660" y="2727913"/>
            <a:ext cx="666127" cy="622936"/>
            <a:chOff x="4369225" y="1829062"/>
            <a:chExt cx="811086" cy="758496"/>
          </a:xfrm>
        </p:grpSpPr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BF2DF9C1-3E29-3C65-6945-8828D6B05565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5" name="図 84">
              <a:extLst>
                <a:ext uri="{FF2B5EF4-FFF2-40B4-BE49-F238E27FC236}">
                  <a16:creationId xmlns:a16="http://schemas.microsoft.com/office/drawing/2014/main" id="{DD4AB89C-E1EF-66AB-F6B0-088CAAC9A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F67C64AC-2C51-9F7E-DF43-83196C6003D8}"/>
              </a:ext>
            </a:extLst>
          </p:cNvPr>
          <p:cNvGrpSpPr/>
          <p:nvPr/>
        </p:nvGrpSpPr>
        <p:grpSpPr>
          <a:xfrm rot="14756642" flipV="1">
            <a:off x="7295862" y="3422381"/>
            <a:ext cx="666127" cy="622936"/>
            <a:chOff x="4369225" y="1829062"/>
            <a:chExt cx="811086" cy="758496"/>
          </a:xfrm>
        </p:grpSpPr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4E51FCD0-0B7B-CD55-B16B-1F0090AC8077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8" name="図 87">
              <a:extLst>
                <a:ext uri="{FF2B5EF4-FFF2-40B4-BE49-F238E27FC236}">
                  <a16:creationId xmlns:a16="http://schemas.microsoft.com/office/drawing/2014/main" id="{694C53A2-E109-4EEB-4EDA-B495EEFFD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89" name="グループ化 88">
            <a:extLst>
              <a:ext uri="{FF2B5EF4-FFF2-40B4-BE49-F238E27FC236}">
                <a16:creationId xmlns:a16="http://schemas.microsoft.com/office/drawing/2014/main" id="{9EF2724A-D2B7-9DFB-5EB8-4FA4F94ABE20}"/>
              </a:ext>
            </a:extLst>
          </p:cNvPr>
          <p:cNvGrpSpPr/>
          <p:nvPr/>
        </p:nvGrpSpPr>
        <p:grpSpPr>
          <a:xfrm>
            <a:off x="9897580" y="2298490"/>
            <a:ext cx="1928100" cy="2139183"/>
            <a:chOff x="9897580" y="2298490"/>
            <a:chExt cx="1928100" cy="2139183"/>
          </a:xfrm>
        </p:grpSpPr>
        <p:pic>
          <p:nvPicPr>
            <p:cNvPr id="90" name="図 89">
              <a:extLst>
                <a:ext uri="{FF2B5EF4-FFF2-40B4-BE49-F238E27FC236}">
                  <a16:creationId xmlns:a16="http://schemas.microsoft.com/office/drawing/2014/main" id="{8400379E-4B18-D283-D594-BF578D7CEF5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92" name="図 91">
              <a:extLst>
                <a:ext uri="{FF2B5EF4-FFF2-40B4-BE49-F238E27FC236}">
                  <a16:creationId xmlns:a16="http://schemas.microsoft.com/office/drawing/2014/main" id="{D4BBDA29-6236-7AAA-B9E1-99A26125B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pic>
        <p:nvPicPr>
          <p:cNvPr id="93" name="図 92">
            <a:extLst>
              <a:ext uri="{FF2B5EF4-FFF2-40B4-BE49-F238E27FC236}">
                <a16:creationId xmlns:a16="http://schemas.microsoft.com/office/drawing/2014/main" id="{BC7A681A-86F6-CB0C-C70D-BB66347275F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114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F8A9BC-0778-C91E-8019-7EEB6E1B4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939ABD6-65F6-0788-1340-963191F117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6376D24-089B-C599-50E1-938D0FB213F3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D2EDCD09-ED75-961B-0ED5-958B54E2D3C3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8B48FF6F-D6D1-63D7-598B-9ECC6D6EA6CC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06E54F12-49BD-8D66-DCD6-949A2050B59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EB9B2FE3-0013-8682-6136-7962FD8F86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CBAF9867-03E6-337A-57C7-088835828163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A260F210-0715-8FE1-7E08-4244B5C1D74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07FBAB74-AE05-ED70-1DBC-4539ED98E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1C8114CE-1B40-6265-E451-FACF28069BC6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672A4B66-B742-A201-8C1D-78C8406FF3B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AC2AA544-3F5D-BD7A-9F8C-173D596A8B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E80C9192-4059-7463-A700-02B2D6014A92}"/>
              </a:ext>
            </a:extLst>
          </p:cNvPr>
          <p:cNvGrpSpPr/>
          <p:nvPr/>
        </p:nvGrpSpPr>
        <p:grpSpPr>
          <a:xfrm rot="3812523">
            <a:off x="2115672" y="2974672"/>
            <a:ext cx="1109998" cy="1038026"/>
            <a:chOff x="4369225" y="1829062"/>
            <a:chExt cx="811086" cy="758496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5D2B41A8-6CC0-1180-265A-CF7EF22FFCC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4F14C2B2-9AC9-CEB2-ABAE-4011FB114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CC519DA8-2F79-609B-0E5B-533C5A327B17}"/>
              </a:ext>
            </a:extLst>
          </p:cNvPr>
          <p:cNvGrpSpPr/>
          <p:nvPr/>
        </p:nvGrpSpPr>
        <p:grpSpPr>
          <a:xfrm rot="3812523">
            <a:off x="2947674" y="2845302"/>
            <a:ext cx="1109998" cy="1038026"/>
            <a:chOff x="4369225" y="1829062"/>
            <a:chExt cx="811086" cy="758496"/>
          </a:xfrm>
        </p:grpSpPr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14F71E96-4C70-8C7C-34DD-8FDD66FBF7D7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8" name="図 37">
              <a:extLst>
                <a:ext uri="{FF2B5EF4-FFF2-40B4-BE49-F238E27FC236}">
                  <a16:creationId xmlns:a16="http://schemas.microsoft.com/office/drawing/2014/main" id="{EAD110D5-FB9F-6457-27F4-EFBBC3B006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6AC52330-6FB3-F4DE-27D7-65756C478D5B}"/>
              </a:ext>
            </a:extLst>
          </p:cNvPr>
          <p:cNvGrpSpPr/>
          <p:nvPr/>
        </p:nvGrpSpPr>
        <p:grpSpPr>
          <a:xfrm>
            <a:off x="3735938" y="3064127"/>
            <a:ext cx="1740277" cy="1153375"/>
            <a:chOff x="3735938" y="3064127"/>
            <a:chExt cx="1740277" cy="1153375"/>
          </a:xfrm>
        </p:grpSpPr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8A548DC8-3A40-F5C3-EDDE-CAC9F5C20BA3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1998A701-6ABB-CAAF-B2BC-A003AD3D0C81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7646C2A2-8000-BC7F-47AD-D09986D3A7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CC5E35B8-161A-BDED-E993-4FCA764AF6E3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48" name="正方形/長方形 47">
                <a:extLst>
                  <a:ext uri="{FF2B5EF4-FFF2-40B4-BE49-F238E27FC236}">
                    <a16:creationId xmlns:a16="http://schemas.microsoft.com/office/drawing/2014/main" id="{6A4F9F66-A17F-E1D5-E68D-4CEA95946FC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9" name="図 48">
                <a:extLst>
                  <a:ext uri="{FF2B5EF4-FFF2-40B4-BE49-F238E27FC236}">
                    <a16:creationId xmlns:a16="http://schemas.microsoft.com/office/drawing/2014/main" id="{FD90F573-DFBB-2937-F62B-D09EF8AC8F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C05FF676-9E4F-DF54-9625-D3C96400FFC6}"/>
              </a:ext>
            </a:extLst>
          </p:cNvPr>
          <p:cNvGrpSpPr/>
          <p:nvPr/>
        </p:nvGrpSpPr>
        <p:grpSpPr>
          <a:xfrm rot="6843358">
            <a:off x="3851039" y="2755835"/>
            <a:ext cx="666127" cy="622936"/>
            <a:chOff x="4369225" y="1829062"/>
            <a:chExt cx="811086" cy="758496"/>
          </a:xfrm>
        </p:grpSpPr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70377EE2-3579-F36E-0EFB-52AFEF18BDA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9" name="図 58">
              <a:extLst>
                <a:ext uri="{FF2B5EF4-FFF2-40B4-BE49-F238E27FC236}">
                  <a16:creationId xmlns:a16="http://schemas.microsoft.com/office/drawing/2014/main" id="{34A8165D-FCB3-4CF7-8694-7C0DDAFA5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8E127339-09D5-0FCD-7E73-AA93BD5A0825}"/>
              </a:ext>
            </a:extLst>
          </p:cNvPr>
          <p:cNvGrpSpPr/>
          <p:nvPr/>
        </p:nvGrpSpPr>
        <p:grpSpPr>
          <a:xfrm rot="3812523">
            <a:off x="5341637" y="2812301"/>
            <a:ext cx="1109998" cy="1038026"/>
            <a:chOff x="4369225" y="1829062"/>
            <a:chExt cx="811086" cy="758496"/>
          </a:xfrm>
        </p:grpSpPr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69B8D8B9-61E5-DCA3-71F8-D770353E8E2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2" name="図 61">
              <a:extLst>
                <a:ext uri="{FF2B5EF4-FFF2-40B4-BE49-F238E27FC236}">
                  <a16:creationId xmlns:a16="http://schemas.microsoft.com/office/drawing/2014/main" id="{7A6D9E64-33BE-7172-C8E7-59F0AFBA4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23DEA656-EE2F-B090-C64A-2E24BD07EBEA}"/>
              </a:ext>
            </a:extLst>
          </p:cNvPr>
          <p:cNvGrpSpPr/>
          <p:nvPr/>
        </p:nvGrpSpPr>
        <p:grpSpPr>
          <a:xfrm rot="3812523">
            <a:off x="5843338" y="3643108"/>
            <a:ext cx="599987" cy="561084"/>
            <a:chOff x="4369225" y="1829062"/>
            <a:chExt cx="811086" cy="758496"/>
          </a:xfrm>
        </p:grpSpPr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5D53AF84-0919-1F26-D031-479877A12C50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5" name="図 64">
              <a:extLst>
                <a:ext uri="{FF2B5EF4-FFF2-40B4-BE49-F238E27FC236}">
                  <a16:creationId xmlns:a16="http://schemas.microsoft.com/office/drawing/2014/main" id="{1DA23383-D3EF-1729-77D1-A9DB30071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EFB03BD6-02DC-0B9D-BDC0-8C3CC7F17439}"/>
              </a:ext>
            </a:extLst>
          </p:cNvPr>
          <p:cNvGrpSpPr/>
          <p:nvPr/>
        </p:nvGrpSpPr>
        <p:grpSpPr>
          <a:xfrm rot="3812523">
            <a:off x="765750" y="3643107"/>
            <a:ext cx="599987" cy="561084"/>
            <a:chOff x="4369225" y="1829062"/>
            <a:chExt cx="811086" cy="758496"/>
          </a:xfrm>
        </p:grpSpPr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428130A5-5D97-BF9A-D243-D8C26A24CE31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6F240298-B047-33DA-C59A-767791E9D4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0" name="グループ化 69">
            <a:extLst>
              <a:ext uri="{FF2B5EF4-FFF2-40B4-BE49-F238E27FC236}">
                <a16:creationId xmlns:a16="http://schemas.microsoft.com/office/drawing/2014/main" id="{5027791A-0F02-445B-E137-A08F20C6BF04}"/>
              </a:ext>
            </a:extLst>
          </p:cNvPr>
          <p:cNvGrpSpPr/>
          <p:nvPr/>
        </p:nvGrpSpPr>
        <p:grpSpPr>
          <a:xfrm rot="6843358">
            <a:off x="6474106" y="2951089"/>
            <a:ext cx="1032981" cy="966003"/>
            <a:chOff x="4369225" y="1829062"/>
            <a:chExt cx="811086" cy="758496"/>
          </a:xfrm>
        </p:grpSpPr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B945629F-8098-8971-5354-94A38506108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5" name="図 74">
              <a:extLst>
                <a:ext uri="{FF2B5EF4-FFF2-40B4-BE49-F238E27FC236}">
                  <a16:creationId xmlns:a16="http://schemas.microsoft.com/office/drawing/2014/main" id="{A49131C4-3A4F-B887-AC05-21DF34C0C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3611B841-471C-713C-47B0-D3D96453795C}"/>
              </a:ext>
            </a:extLst>
          </p:cNvPr>
          <p:cNvGrpSpPr/>
          <p:nvPr/>
        </p:nvGrpSpPr>
        <p:grpSpPr>
          <a:xfrm rot="6843358">
            <a:off x="7317885" y="2808480"/>
            <a:ext cx="849462" cy="794383"/>
            <a:chOff x="4369225" y="1829062"/>
            <a:chExt cx="811086" cy="758496"/>
          </a:xfrm>
        </p:grpSpPr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0A1080D2-C20F-9A51-09C5-B8E989430F6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31824D59-7529-562F-5FE3-39742A5D4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7812B587-29E1-1B28-B608-5F67AFDDF585}"/>
              </a:ext>
            </a:extLst>
          </p:cNvPr>
          <p:cNvGrpSpPr/>
          <p:nvPr/>
        </p:nvGrpSpPr>
        <p:grpSpPr>
          <a:xfrm>
            <a:off x="8150559" y="3036205"/>
            <a:ext cx="1740277" cy="1153375"/>
            <a:chOff x="3735938" y="3064127"/>
            <a:chExt cx="1740277" cy="1153375"/>
          </a:xfrm>
        </p:grpSpPr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E577888D-ACF1-B853-E919-D8FB71166571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DF7E2F86-985B-D5C5-1918-2738EF86C96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2" name="図 81">
                <a:extLst>
                  <a:ext uri="{FF2B5EF4-FFF2-40B4-BE49-F238E27FC236}">
                    <a16:creationId xmlns:a16="http://schemas.microsoft.com/office/drawing/2014/main" id="{9E38C86D-18B9-1932-B6E0-24C7B4ABFF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8FCA475B-E8F9-BF5C-FEF3-A3E437F765DE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523E07BB-1E82-5F70-C609-5DD3A0DEACE6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0" name="図 79">
                <a:extLst>
                  <a:ext uri="{FF2B5EF4-FFF2-40B4-BE49-F238E27FC236}">
                    <a16:creationId xmlns:a16="http://schemas.microsoft.com/office/drawing/2014/main" id="{9FDA7764-B6E5-9EFA-3CF6-8620915C91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09169858-5E03-EFCB-AC4E-91C7DE7C507F}"/>
              </a:ext>
            </a:extLst>
          </p:cNvPr>
          <p:cNvGrpSpPr/>
          <p:nvPr/>
        </p:nvGrpSpPr>
        <p:grpSpPr>
          <a:xfrm rot="6843358">
            <a:off x="8265660" y="2727913"/>
            <a:ext cx="666127" cy="622936"/>
            <a:chOff x="4369225" y="1829062"/>
            <a:chExt cx="811086" cy="758496"/>
          </a:xfrm>
        </p:grpSpPr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71766D20-1B38-9741-3BD7-535B8160353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5" name="図 84">
              <a:extLst>
                <a:ext uri="{FF2B5EF4-FFF2-40B4-BE49-F238E27FC236}">
                  <a16:creationId xmlns:a16="http://schemas.microsoft.com/office/drawing/2014/main" id="{3F1EE83C-B569-96D2-6F6A-4A831E58F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A35022A6-016F-5E02-0CB1-0F539841CD10}"/>
              </a:ext>
            </a:extLst>
          </p:cNvPr>
          <p:cNvGrpSpPr/>
          <p:nvPr/>
        </p:nvGrpSpPr>
        <p:grpSpPr>
          <a:xfrm rot="14756642" flipV="1">
            <a:off x="7295862" y="3422381"/>
            <a:ext cx="666127" cy="622936"/>
            <a:chOff x="4369225" y="1829062"/>
            <a:chExt cx="811086" cy="758496"/>
          </a:xfrm>
        </p:grpSpPr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6D6AADCD-4025-C0B5-3557-43E00C776DD6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8" name="図 87">
              <a:extLst>
                <a:ext uri="{FF2B5EF4-FFF2-40B4-BE49-F238E27FC236}">
                  <a16:creationId xmlns:a16="http://schemas.microsoft.com/office/drawing/2014/main" id="{28E0DFB0-8E7D-0625-6351-AE841D23E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D566F210-81E3-B59F-40CD-BD6F1FE9C63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9987317" y="2298490"/>
            <a:ext cx="1838363" cy="183836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8C6ED873-1C14-7DB1-F91A-BF2FC1A559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E1C0C47A-5E99-447A-8C8E-52AB34C8F4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767" y="-474467"/>
            <a:ext cx="3472464" cy="3472464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BDC801AC-5545-2F29-41A0-645A3E5EF78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509" y="4036003"/>
            <a:ext cx="2556898" cy="2556898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A2C85C54-A8A8-E366-0FDC-7475552E3FB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7218" y="4347796"/>
            <a:ext cx="2176168" cy="2176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873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57A1B7-8D21-72F9-0FFF-E0C70ED66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43580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660B3-3E2F-4C28-EFB8-876642682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820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F23B01-E4E2-8818-057E-649C504E9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F6601DF-064B-7DC0-0446-BE5C1DA661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A17EBFE-87BF-BE20-C263-FED5A38CDCB7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4E3355F-09AF-65A9-43CB-B0977DCFA0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73616" flipV="1">
            <a:off x="7843310" y="2484205"/>
            <a:ext cx="1466931" cy="146693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3286E0C-D647-40F4-F8DA-1C99AE2142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6155445" y="2686246"/>
            <a:ext cx="1838363" cy="1838363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29C5318-5498-BCA0-E9D6-AD26FFFD26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73616" flipV="1">
            <a:off x="4922877" y="2412505"/>
            <a:ext cx="1363243" cy="1363243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4AB7361E-BAB6-8DDF-7051-A4C9FC89673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3537676" y="2592744"/>
            <a:ext cx="1838363" cy="1838363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81F52DA9-873D-3337-37DA-C6AF29CA49F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73616" flipV="1">
            <a:off x="5293301" y="3233689"/>
            <a:ext cx="1205504" cy="1205504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06AA985D-4445-6D8C-514B-6C7A7F38C4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7051294" y="2490852"/>
            <a:ext cx="924729" cy="924729"/>
          </a:xfrm>
          <a:prstGeom prst="rect">
            <a:avLst/>
          </a:prstGeom>
        </p:spPr>
      </p:pic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06184D8C-9C2B-EFE1-2824-C591814F53FC}"/>
              </a:ext>
            </a:extLst>
          </p:cNvPr>
          <p:cNvGrpSpPr/>
          <p:nvPr/>
        </p:nvGrpSpPr>
        <p:grpSpPr>
          <a:xfrm>
            <a:off x="8834920" y="2298490"/>
            <a:ext cx="2990760" cy="2139183"/>
            <a:chOff x="8834920" y="2298490"/>
            <a:chExt cx="2990760" cy="2139183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C6FD10B5-935D-EA6D-9A2C-FFF2C6614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9A00903D-DFFC-4BA1-F15F-5E7297EA409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169791" flipV="1">
              <a:off x="8834920" y="2871962"/>
              <a:ext cx="1466931" cy="1466931"/>
            </a:xfrm>
            <a:prstGeom prst="rect">
              <a:avLst/>
            </a:prstGeom>
          </p:spPr>
        </p:pic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305B4865-B45B-6633-22E4-62DA578A872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BACE3766-47EF-A9C8-0C94-B11759FC94F5}"/>
              </a:ext>
            </a:extLst>
          </p:cNvPr>
          <p:cNvGrpSpPr/>
          <p:nvPr/>
        </p:nvGrpSpPr>
        <p:grpSpPr>
          <a:xfrm>
            <a:off x="1985143" y="2326843"/>
            <a:ext cx="1928100" cy="2139183"/>
            <a:chOff x="9897580" y="2298490"/>
            <a:chExt cx="1928100" cy="2139183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001A32A2-4881-DF28-3BD4-80B137E3D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9FFFB87F-7DD4-6072-0E71-5C5A768AF2D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pic>
        <p:nvPicPr>
          <p:cNvPr id="34" name="図 33">
            <a:extLst>
              <a:ext uri="{FF2B5EF4-FFF2-40B4-BE49-F238E27FC236}">
                <a16:creationId xmlns:a16="http://schemas.microsoft.com/office/drawing/2014/main" id="{36B671C3-1752-9F5C-4BBD-27048403BF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087B3FF-1A10-38BB-8370-D925F7EDC26D}"/>
              </a:ext>
            </a:extLst>
          </p:cNvPr>
          <p:cNvSpPr txBox="1"/>
          <p:nvPr/>
        </p:nvSpPr>
        <p:spPr>
          <a:xfrm rot="21338767">
            <a:off x="3898123" y="393620"/>
            <a:ext cx="439575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6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決着！</a:t>
            </a:r>
            <a:endParaRPr kumimoji="1" lang="ja-JP" altLang="en-US" sz="96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59476F31-7D14-3536-FAC8-EB266BBCEF03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F627B45-C292-9D63-7A23-3831CF902742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45" name="正方形/長方形 44">
                <a:extLst>
                  <a:ext uri="{FF2B5EF4-FFF2-40B4-BE49-F238E27FC236}">
                    <a16:creationId xmlns:a16="http://schemas.microsoft.com/office/drawing/2014/main" id="{57512C77-E71C-F16A-2EA6-60CDAE52390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6" name="図 45">
                <a:extLst>
                  <a:ext uri="{FF2B5EF4-FFF2-40B4-BE49-F238E27FC236}">
                    <a16:creationId xmlns:a16="http://schemas.microsoft.com/office/drawing/2014/main" id="{072B8A98-F25C-C875-D578-541307C3D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D751BC3A-293B-8BF8-4848-F41B150556C1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43" name="正方形/長方形 42">
                <a:extLst>
                  <a:ext uri="{FF2B5EF4-FFF2-40B4-BE49-F238E27FC236}">
                    <a16:creationId xmlns:a16="http://schemas.microsoft.com/office/drawing/2014/main" id="{FAE36E61-E2CE-EBE9-B6AE-D489B780483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4" name="図 43">
                <a:extLst>
                  <a:ext uri="{FF2B5EF4-FFF2-40B4-BE49-F238E27FC236}">
                    <a16:creationId xmlns:a16="http://schemas.microsoft.com/office/drawing/2014/main" id="{B7D5E43F-A130-2748-3B29-E8FACF4E6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ECD29DB2-79AB-B457-1591-15F45E7068F9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F8C2708F-6342-EAD2-ADF0-2BC24918EBC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2" name="図 41">
                <a:extLst>
                  <a:ext uri="{FF2B5EF4-FFF2-40B4-BE49-F238E27FC236}">
                    <a16:creationId xmlns:a16="http://schemas.microsoft.com/office/drawing/2014/main" id="{1878C24B-9482-9EC6-B766-D3D2BCC64A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8523199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90AC7-F8D4-AABC-40E1-9E02CC8AA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22A3AEE-59EC-059E-BE0A-EFCB76011F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9CB7C85-569A-A984-2892-67FCF53FEC5C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105E201-5566-C99D-D710-10AE04B10F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73616" flipV="1">
            <a:off x="7843310" y="2484205"/>
            <a:ext cx="1466931" cy="146693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CB11F53C-180F-97AD-C42D-8D3928270B6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6155445" y="2686246"/>
            <a:ext cx="1838363" cy="1838363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8B244B59-5239-140C-17CC-361BD7D96E7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73616" flipV="1">
            <a:off x="4922877" y="2412505"/>
            <a:ext cx="1363243" cy="1363243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226F9995-CB76-A812-04FB-E1857E5ED2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3537676" y="2592744"/>
            <a:ext cx="1838363" cy="1838363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37C3FED4-5033-0674-8097-798C15B6FC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73616" flipV="1">
            <a:off x="5293301" y="3233689"/>
            <a:ext cx="1205504" cy="1205504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5BC779E2-7033-F103-635D-1A025555E29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7051294" y="2490852"/>
            <a:ext cx="924729" cy="924729"/>
          </a:xfrm>
          <a:prstGeom prst="rect">
            <a:avLst/>
          </a:prstGeom>
        </p:spPr>
      </p:pic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4286293-9456-4DA7-D0A8-F99319B69175}"/>
              </a:ext>
            </a:extLst>
          </p:cNvPr>
          <p:cNvGrpSpPr/>
          <p:nvPr/>
        </p:nvGrpSpPr>
        <p:grpSpPr>
          <a:xfrm>
            <a:off x="8834920" y="2298490"/>
            <a:ext cx="2990760" cy="2139183"/>
            <a:chOff x="8834920" y="2298490"/>
            <a:chExt cx="2990760" cy="2139183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EFC92F5E-A4D0-37E7-4BEE-5B01920B1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5DB4874D-5956-E78B-36C4-73E476B871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169791" flipV="1">
              <a:off x="8834920" y="2871962"/>
              <a:ext cx="1466931" cy="1466931"/>
            </a:xfrm>
            <a:prstGeom prst="rect">
              <a:avLst/>
            </a:prstGeom>
          </p:spPr>
        </p:pic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BC5D706B-3BC3-3634-E5B6-0855026B4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05D3BF23-D049-0F04-8DFE-1B5774DB56D5}"/>
              </a:ext>
            </a:extLst>
          </p:cNvPr>
          <p:cNvGrpSpPr/>
          <p:nvPr/>
        </p:nvGrpSpPr>
        <p:grpSpPr>
          <a:xfrm>
            <a:off x="1985143" y="2326843"/>
            <a:ext cx="1928100" cy="2139183"/>
            <a:chOff x="9897580" y="2298490"/>
            <a:chExt cx="1928100" cy="2139183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FA038E2C-0611-53F5-68A8-7E18272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9D758362-EF20-43AF-530C-E9B0A1D7547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pic>
        <p:nvPicPr>
          <p:cNvPr id="34" name="図 33">
            <a:extLst>
              <a:ext uri="{FF2B5EF4-FFF2-40B4-BE49-F238E27FC236}">
                <a16:creationId xmlns:a16="http://schemas.microsoft.com/office/drawing/2014/main" id="{BFC96357-7703-F084-4214-2588134CE2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FF17C247-3AC7-A2BE-1F16-D7CD80204CF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427" y="-362563"/>
            <a:ext cx="3369928" cy="336992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620CE6A-EC9B-153D-62B1-89DFAC42C7E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11210">
            <a:off x="1028753" y="4062023"/>
            <a:ext cx="3055871" cy="3055871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679D87CC-7FC9-27CB-4148-F58BB9F71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38995">
            <a:off x="8882833" y="4260856"/>
            <a:ext cx="2029067" cy="2029067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A193FA6D-2E64-8F17-B7F2-6B726A535F94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4115463" y="1854592"/>
            <a:ext cx="5135576" cy="2965057"/>
          </a:xfrm>
          <a:prstGeom prst="rect">
            <a:avLst/>
          </a:prstGeom>
          <a:effectLst>
            <a:glow rad="381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0EF32353-C369-5819-9029-793AA6F378DA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245064">
            <a:off x="8353673" y="2169266"/>
            <a:ext cx="1901955" cy="2531736"/>
          </a:xfrm>
          <a:prstGeom prst="rect">
            <a:avLst/>
          </a:prstGeom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96F270C1-F145-98DF-EACD-E06B73CA7AC7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354936" flipH="1">
            <a:off x="9827447" y="1398547"/>
            <a:ext cx="1901955" cy="2835262"/>
          </a:xfrm>
          <a:prstGeom prst="rect">
            <a:avLst/>
          </a:prstGeom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</p:pic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2A758ECA-8BE0-A8A2-6D1F-A66D812F2FC7}"/>
              </a:ext>
            </a:extLst>
          </p:cNvPr>
          <p:cNvGrpSpPr/>
          <p:nvPr/>
        </p:nvGrpSpPr>
        <p:grpSpPr>
          <a:xfrm rot="6843358">
            <a:off x="195654" y="2849082"/>
            <a:ext cx="1032981" cy="966003"/>
            <a:chOff x="4369225" y="1829062"/>
            <a:chExt cx="811086" cy="758496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1F883AB8-7E01-5E74-0A48-15BD7CD35033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94DF557F-FC90-8FDF-0A41-58B77D6CD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pic>
        <p:nvPicPr>
          <p:cNvPr id="16" name="図 15">
            <a:extLst>
              <a:ext uri="{FF2B5EF4-FFF2-40B4-BE49-F238E27FC236}">
                <a16:creationId xmlns:a16="http://schemas.microsoft.com/office/drawing/2014/main" id="{5D7FA9B6-DA89-5828-C5C0-778932299157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2732" y="2189692"/>
            <a:ext cx="5135576" cy="2531736"/>
          </a:xfrm>
          <a:prstGeom prst="rect">
            <a:avLst/>
          </a:prstGeom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46" name="図 45">
            <a:extLst>
              <a:ext uri="{FF2B5EF4-FFF2-40B4-BE49-F238E27FC236}">
                <a16:creationId xmlns:a16="http://schemas.microsoft.com/office/drawing/2014/main" id="{37F05EDE-C574-FE11-4332-588F260589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925755" y="2535916"/>
            <a:ext cx="1377796" cy="1377796"/>
          </a:xfrm>
          <a:prstGeom prst="rect">
            <a:avLst/>
          </a:prstGeom>
        </p:spPr>
      </p:pic>
      <p:pic>
        <p:nvPicPr>
          <p:cNvPr id="48" name="図 47">
            <a:extLst>
              <a:ext uri="{FF2B5EF4-FFF2-40B4-BE49-F238E27FC236}">
                <a16:creationId xmlns:a16="http://schemas.microsoft.com/office/drawing/2014/main" id="{C44380DE-3FB6-3696-C008-3BA5029ECB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6437210" flipV="1">
            <a:off x="903747" y="3507656"/>
            <a:ext cx="924729" cy="92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24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A771A-BC0E-82D4-AF84-F93260992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CD762C9-FAF4-DDF8-893D-17D61A34030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7FF12213-7ACA-E4B0-4A01-1B56C917E0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9364E23-A680-2FB7-9FAC-11A60AD5BD84}"/>
              </a:ext>
            </a:extLst>
          </p:cNvPr>
          <p:cNvSpPr txBox="1"/>
          <p:nvPr/>
        </p:nvSpPr>
        <p:spPr>
          <a:xfrm rot="21338767">
            <a:off x="1694796" y="2650394"/>
            <a:ext cx="880241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600">
                <a:latin typeface="装甲明朝" panose="02000600000000000000" pitchFamily="2" charset="-128"/>
                <a:ea typeface="装甲明朝" panose="02000600000000000000" pitchFamily="2" charset="-128"/>
              </a:rPr>
              <a:t>モノノケの勝利</a:t>
            </a:r>
            <a:endParaRPr kumimoji="1" lang="ja-JP" altLang="en-US" sz="9600"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44848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1E50A8-F1FD-F9B8-7AB7-62CEBED8A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C4CF08-623C-B8BE-E0FE-51D0E4D9561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0D4FDE0-A59F-0A1D-3FBC-13F562AF7E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6" r="19814"/>
          <a:stretch>
            <a:fillRect/>
          </a:stretch>
        </p:blipFill>
        <p:spPr>
          <a:xfrm>
            <a:off x="304800" y="-285750"/>
            <a:ext cx="11563350" cy="1349595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2F8F0AB-4435-0F8D-AD1F-E4961EF159DC}"/>
              </a:ext>
            </a:extLst>
          </p:cNvPr>
          <p:cNvSpPr/>
          <p:nvPr/>
        </p:nvSpPr>
        <p:spPr>
          <a:xfrm>
            <a:off x="0" y="4604074"/>
            <a:ext cx="12192000" cy="1936102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DDE89D6-E367-E303-9A27-90810A3B1566}"/>
              </a:ext>
            </a:extLst>
          </p:cNvPr>
          <p:cNvSpPr/>
          <p:nvPr/>
        </p:nvSpPr>
        <p:spPr>
          <a:xfrm rot="548634">
            <a:off x="5199196" y="2104509"/>
            <a:ext cx="1793608" cy="711565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E38E44C-473B-0210-BCAD-26FE30539562}"/>
              </a:ext>
            </a:extLst>
          </p:cNvPr>
          <p:cNvSpPr txBox="1"/>
          <p:nvPr/>
        </p:nvSpPr>
        <p:spPr>
          <a:xfrm rot="607348">
            <a:off x="5068162" y="2248508"/>
            <a:ext cx="20556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封印解除</a:t>
            </a:r>
            <a:endParaRPr kumimoji="1" lang="ja-JP" altLang="en-US" sz="2400">
              <a:solidFill>
                <a:schemeClr val="bg1">
                  <a:lumMod val="95000"/>
                </a:schemeClr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14" name="月 13">
            <a:extLst>
              <a:ext uri="{FF2B5EF4-FFF2-40B4-BE49-F238E27FC236}">
                <a16:creationId xmlns:a16="http://schemas.microsoft.com/office/drawing/2014/main" id="{8BB44720-93AB-181C-7CD2-16E7E1DF1577}"/>
              </a:ext>
            </a:extLst>
          </p:cNvPr>
          <p:cNvSpPr/>
          <p:nvPr/>
        </p:nvSpPr>
        <p:spPr>
          <a:xfrm rot="16787345">
            <a:off x="5838825" y="2630510"/>
            <a:ext cx="457200" cy="1195337"/>
          </a:xfrm>
          <a:prstGeom prst="moon">
            <a:avLst/>
          </a:prstGeom>
          <a:ln>
            <a:noFill/>
          </a:ln>
          <a:scene3d>
            <a:camera prst="perspectiveLeft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50685AA-17BE-C480-1C8B-01D2EB17ED1F}"/>
              </a:ext>
            </a:extLst>
          </p:cNvPr>
          <p:cNvSpPr txBox="1"/>
          <p:nvPr/>
        </p:nvSpPr>
        <p:spPr>
          <a:xfrm rot="607348">
            <a:off x="972412" y="5075611"/>
            <a:ext cx="205567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封印解除</a:t>
            </a:r>
            <a:br>
              <a:rPr lang="en-US" altLang="ja-JP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</a:br>
            <a:r>
              <a:rPr lang="ja-JP" altLang="en-US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報酬</a:t>
            </a:r>
            <a:endParaRPr kumimoji="1" lang="ja-JP" altLang="en-US" sz="3200">
              <a:solidFill>
                <a:schemeClr val="bg1">
                  <a:lumMod val="95000"/>
                </a:schemeClr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3445D2F5-5201-BE18-CF63-D80C03F80A04}"/>
              </a:ext>
            </a:extLst>
          </p:cNvPr>
          <p:cNvGrpSpPr/>
          <p:nvPr/>
        </p:nvGrpSpPr>
        <p:grpSpPr>
          <a:xfrm>
            <a:off x="3680208" y="5199776"/>
            <a:ext cx="833139" cy="833139"/>
            <a:chOff x="7462825" y="2159900"/>
            <a:chExt cx="890013" cy="890013"/>
          </a:xfrm>
          <a:effectLst>
            <a:glow rad="88900">
              <a:schemeClr val="tx1">
                <a:lumMod val="85000"/>
                <a:lumOff val="15000"/>
                <a:alpha val="60000"/>
              </a:schemeClr>
            </a:glow>
          </a:effectLst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1BD16105-BD2E-C3F8-C746-6AFB9504C9DD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B46D992C-D83F-D37A-971C-0808A6980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4BE74DEE-4DF9-94A6-1321-41CD2B785D11}"/>
              </a:ext>
            </a:extLst>
          </p:cNvPr>
          <p:cNvGrpSpPr/>
          <p:nvPr/>
        </p:nvGrpSpPr>
        <p:grpSpPr>
          <a:xfrm>
            <a:off x="5654992" y="5199776"/>
            <a:ext cx="898665" cy="833139"/>
            <a:chOff x="10530358" y="3558560"/>
            <a:chExt cx="898665" cy="833139"/>
          </a:xfrm>
          <a:effectLst>
            <a:glow rad="88900">
              <a:schemeClr val="tx1">
                <a:lumMod val="85000"/>
                <a:lumOff val="15000"/>
                <a:alpha val="60000"/>
              </a:schemeClr>
            </a:glow>
          </a:effectLst>
        </p:grpSpPr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F4CEE680-E9D5-F09F-D76C-F54841500D84}"/>
                </a:ext>
              </a:extLst>
            </p:cNvPr>
            <p:cNvSpPr/>
            <p:nvPr/>
          </p:nvSpPr>
          <p:spPr>
            <a:xfrm rot="21181824">
              <a:off x="10571852" y="3558560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8578FCCF-C525-D49B-48ED-27DFE0AEF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30358" y="3638129"/>
              <a:ext cx="898665" cy="673999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3BA22C45-492C-237F-BF1A-84E60628D267}"/>
              </a:ext>
            </a:extLst>
          </p:cNvPr>
          <p:cNvGrpSpPr/>
          <p:nvPr/>
        </p:nvGrpSpPr>
        <p:grpSpPr>
          <a:xfrm>
            <a:off x="7695302" y="5199776"/>
            <a:ext cx="833139" cy="833139"/>
            <a:chOff x="10799110" y="4679387"/>
            <a:chExt cx="833139" cy="833139"/>
          </a:xfrm>
          <a:effectLst>
            <a:glow rad="88900">
              <a:schemeClr val="tx1">
                <a:lumMod val="85000"/>
                <a:lumOff val="15000"/>
                <a:alpha val="60000"/>
              </a:schemeClr>
            </a:glow>
          </a:effectLst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EC463EAE-D9C9-B8FF-A3A3-43CC544A6826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3A16BBAB-C57C-5247-599B-DC4AD763E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4840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0A30AF-EFB4-8D52-9950-BD52B3DE9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1DF575B-E85F-3396-C52B-27B3CE0CD83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5AAC897-261A-8A0F-E4EA-78212F228C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6" r="19814"/>
          <a:stretch>
            <a:fillRect/>
          </a:stretch>
        </p:blipFill>
        <p:spPr>
          <a:xfrm>
            <a:off x="304800" y="-285750"/>
            <a:ext cx="11563350" cy="1349595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AAF5E77-1E96-93CC-0EA2-DBB45711B97B}"/>
              </a:ext>
            </a:extLst>
          </p:cNvPr>
          <p:cNvSpPr/>
          <p:nvPr/>
        </p:nvSpPr>
        <p:spPr>
          <a:xfrm>
            <a:off x="0" y="4604074"/>
            <a:ext cx="12192000" cy="1936102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258FD5C-312F-5689-1D46-589C09DD39F3}"/>
              </a:ext>
            </a:extLst>
          </p:cNvPr>
          <p:cNvSpPr/>
          <p:nvPr/>
        </p:nvSpPr>
        <p:spPr>
          <a:xfrm rot="548634">
            <a:off x="5199196" y="2104509"/>
            <a:ext cx="1793608" cy="711565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3DB8FD2-7177-21F4-E374-E04BE541A4A5}"/>
              </a:ext>
            </a:extLst>
          </p:cNvPr>
          <p:cNvSpPr txBox="1"/>
          <p:nvPr/>
        </p:nvSpPr>
        <p:spPr>
          <a:xfrm rot="607348">
            <a:off x="5068162" y="2248508"/>
            <a:ext cx="20556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封印解除</a:t>
            </a:r>
            <a:endParaRPr kumimoji="1" lang="ja-JP" altLang="en-US" sz="2400">
              <a:solidFill>
                <a:schemeClr val="bg1">
                  <a:lumMod val="95000"/>
                </a:schemeClr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14" name="月 13">
            <a:extLst>
              <a:ext uri="{FF2B5EF4-FFF2-40B4-BE49-F238E27FC236}">
                <a16:creationId xmlns:a16="http://schemas.microsoft.com/office/drawing/2014/main" id="{C7777B24-1BEF-DD70-0113-ADFFD330645D}"/>
              </a:ext>
            </a:extLst>
          </p:cNvPr>
          <p:cNvSpPr/>
          <p:nvPr/>
        </p:nvSpPr>
        <p:spPr>
          <a:xfrm rot="16787345">
            <a:off x="5838825" y="2630510"/>
            <a:ext cx="457200" cy="1195337"/>
          </a:xfrm>
          <a:prstGeom prst="moon">
            <a:avLst/>
          </a:prstGeom>
          <a:ln>
            <a:noFill/>
          </a:ln>
          <a:scene3d>
            <a:camera prst="perspectiveLeft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F256450-13E7-BC05-54BB-54200EDD1C41}"/>
              </a:ext>
            </a:extLst>
          </p:cNvPr>
          <p:cNvSpPr txBox="1"/>
          <p:nvPr/>
        </p:nvSpPr>
        <p:spPr>
          <a:xfrm rot="607348">
            <a:off x="972412" y="5075611"/>
            <a:ext cx="205567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モノノケ</a:t>
            </a:r>
            <a:br>
              <a:rPr kumimoji="1" lang="en-US" altLang="ja-JP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</a:br>
            <a:r>
              <a:rPr kumimoji="1" lang="ja-JP" altLang="en-US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階級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69CF3C7-E413-8D13-C544-4458E8E37058}"/>
              </a:ext>
            </a:extLst>
          </p:cNvPr>
          <p:cNvSpPr txBox="1"/>
          <p:nvPr/>
        </p:nvSpPr>
        <p:spPr>
          <a:xfrm>
            <a:off x="9324975" y="4903349"/>
            <a:ext cx="20660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階級上昇報酬</a:t>
            </a:r>
            <a:endParaRPr kumimoji="1" lang="ja-JP" altLang="en-US" sz="2400">
              <a:solidFill>
                <a:schemeClr val="bg1">
                  <a:lumMod val="95000"/>
                </a:schemeClr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1E75C50-B53B-B8B4-DFA2-194F7E5562BD}"/>
              </a:ext>
            </a:extLst>
          </p:cNvPr>
          <p:cNvSpPr/>
          <p:nvPr/>
        </p:nvSpPr>
        <p:spPr>
          <a:xfrm rot="21181824">
            <a:off x="9998577" y="5518765"/>
            <a:ext cx="726574" cy="7265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5CCF24EB-BDE8-EF4B-3197-72340B719172}"/>
              </a:ext>
            </a:extLst>
          </p:cNvPr>
          <p:cNvGrpSpPr/>
          <p:nvPr/>
        </p:nvGrpSpPr>
        <p:grpSpPr>
          <a:xfrm>
            <a:off x="3414712" y="5745227"/>
            <a:ext cx="5362575" cy="581420"/>
            <a:chOff x="3414712" y="5602352"/>
            <a:chExt cx="5362575" cy="581420"/>
          </a:xfrm>
        </p:grpSpPr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549D81F3-A736-51D3-5F6D-77462F3D7466}"/>
                </a:ext>
              </a:extLst>
            </p:cNvPr>
            <p:cNvSpPr/>
            <p:nvPr/>
          </p:nvSpPr>
          <p:spPr>
            <a:xfrm>
              <a:off x="3414712" y="5602352"/>
              <a:ext cx="5362575" cy="5814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四角形: 角を丸くする 32">
              <a:extLst>
                <a:ext uri="{FF2B5EF4-FFF2-40B4-BE49-F238E27FC236}">
                  <a16:creationId xmlns:a16="http://schemas.microsoft.com/office/drawing/2014/main" id="{64B9A607-D8E7-7ED5-7A44-C1568CCCEF3E}"/>
                </a:ext>
              </a:extLst>
            </p:cNvPr>
            <p:cNvSpPr/>
            <p:nvPr/>
          </p:nvSpPr>
          <p:spPr>
            <a:xfrm>
              <a:off x="4207668" y="5660113"/>
              <a:ext cx="3719513" cy="465897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0F8E4B7D-FC42-5C91-6FFC-8F7E7C582478}"/>
                </a:ext>
              </a:extLst>
            </p:cNvPr>
            <p:cNvSpPr/>
            <p:nvPr/>
          </p:nvSpPr>
          <p:spPr>
            <a:xfrm>
              <a:off x="3577368" y="5660113"/>
              <a:ext cx="2623407" cy="465897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37" name="図 36">
            <a:extLst>
              <a:ext uri="{FF2B5EF4-FFF2-40B4-BE49-F238E27FC236}">
                <a16:creationId xmlns:a16="http://schemas.microsoft.com/office/drawing/2014/main" id="{ECA7E4F0-41CC-2537-F58F-FD6F8D3356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6504" y="4729054"/>
            <a:ext cx="900087" cy="958411"/>
          </a:xfrm>
          <a:prstGeom prst="rect">
            <a:avLst/>
          </a:prstGeom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EAD8DE2-4B7B-1B64-5117-301367A7A59C}"/>
              </a:ext>
            </a:extLst>
          </p:cNvPr>
          <p:cNvSpPr txBox="1"/>
          <p:nvPr/>
        </p:nvSpPr>
        <p:spPr>
          <a:xfrm>
            <a:off x="4965271" y="5047652"/>
            <a:ext cx="20660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2400">
                <a:solidFill>
                  <a:schemeClr val="accent1"/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Ⅰ</a:t>
            </a:r>
            <a:endParaRPr kumimoji="1" lang="ja-JP" altLang="en-US" sz="2400">
              <a:solidFill>
                <a:schemeClr val="accent1"/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pic>
        <p:nvPicPr>
          <p:cNvPr id="45" name="図 44">
            <a:extLst>
              <a:ext uri="{FF2B5EF4-FFF2-40B4-BE49-F238E27FC236}">
                <a16:creationId xmlns:a16="http://schemas.microsoft.com/office/drawing/2014/main" id="{DA8E69DA-6890-3F9E-74B2-5A5F8A4F77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71237">
            <a:off x="10141144" y="5659757"/>
            <a:ext cx="433702" cy="461805"/>
          </a:xfrm>
          <a:prstGeom prst="rect">
            <a:avLst/>
          </a:prstGeom>
        </p:spPr>
      </p:pic>
      <p:sp>
        <p:nvSpPr>
          <p:cNvPr id="46" name="楕円 45">
            <a:extLst>
              <a:ext uri="{FF2B5EF4-FFF2-40B4-BE49-F238E27FC236}">
                <a16:creationId xmlns:a16="http://schemas.microsoft.com/office/drawing/2014/main" id="{01BCBCEF-C620-7B76-A59A-B23FEFFA00C2}"/>
              </a:ext>
            </a:extLst>
          </p:cNvPr>
          <p:cNvSpPr/>
          <p:nvPr/>
        </p:nvSpPr>
        <p:spPr>
          <a:xfrm>
            <a:off x="10157970" y="5698213"/>
            <a:ext cx="398624" cy="398624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7E24E1F4-270B-B428-8A5A-E652941932B0}"/>
              </a:ext>
            </a:extLst>
          </p:cNvPr>
          <p:cNvSpPr/>
          <p:nvPr/>
        </p:nvSpPr>
        <p:spPr>
          <a:xfrm>
            <a:off x="10034983" y="5556176"/>
            <a:ext cx="654961" cy="65496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7804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3C4C93-CF66-4AC7-40DF-B21715507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89DA327-1E74-1468-B035-437DD814CDEA}"/>
              </a:ext>
            </a:extLst>
          </p:cNvPr>
          <p:cNvSpPr txBox="1"/>
          <p:nvPr/>
        </p:nvSpPr>
        <p:spPr>
          <a:xfrm>
            <a:off x="4772561" y="2644170"/>
            <a:ext cx="26468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ボツ</a:t>
            </a:r>
          </a:p>
        </p:txBody>
      </p:sp>
    </p:spTree>
    <p:extLst>
      <p:ext uri="{BB962C8B-B14F-4D97-AF65-F5344CB8AC3E}">
        <p14:creationId xmlns:p14="http://schemas.microsoft.com/office/powerpoint/2010/main" val="781735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E885BD-906C-0973-432C-F3453C6AC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D6F6764-3175-7320-277C-A34C0F3D99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3401000" y="2648751"/>
            <a:ext cx="5389999" cy="3920000"/>
          </a:xfrm>
          <a:prstGeom prst="rect">
            <a:avLst/>
          </a:prstGeom>
          <a:ln>
            <a:noFill/>
          </a:ln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ABF9AE61-B124-13F4-8E4E-06973ABFE051}"/>
              </a:ext>
            </a:extLst>
          </p:cNvPr>
          <p:cNvGrpSpPr/>
          <p:nvPr/>
        </p:nvGrpSpPr>
        <p:grpSpPr>
          <a:xfrm>
            <a:off x="-1835982" y="389059"/>
            <a:ext cx="14152692" cy="654264"/>
            <a:chOff x="-1835982" y="5716844"/>
            <a:chExt cx="14152692" cy="654264"/>
          </a:xfrm>
        </p:grpSpPr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551B0A5E-0D41-AE0A-599A-FA15F9880318}"/>
                </a:ext>
              </a:extLst>
            </p:cNvPr>
            <p:cNvGrpSpPr/>
            <p:nvPr/>
          </p:nvGrpSpPr>
          <p:grpSpPr>
            <a:xfrm>
              <a:off x="5883738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FFFA247E-06DB-7AD8-F6DE-CFF1B8BB7DE5}"/>
                  </a:ext>
                </a:extLst>
              </p:cNvPr>
              <p:cNvCxnSpPr>
                <a:cxnSpLocks/>
                <a:stCxn id="7" idx="6"/>
                <a:endCxn id="8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楕円 6">
                <a:extLst>
                  <a:ext uri="{FF2B5EF4-FFF2-40B4-BE49-F238E27FC236}">
                    <a16:creationId xmlns:a16="http://schemas.microsoft.com/office/drawing/2014/main" id="{2BC79A9D-9AAB-2DCE-0E8F-9056A340AB4A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楕円 7">
                <a:extLst>
                  <a:ext uri="{FF2B5EF4-FFF2-40B4-BE49-F238E27FC236}">
                    <a16:creationId xmlns:a16="http://schemas.microsoft.com/office/drawing/2014/main" id="{2F796773-E480-0145-E959-524D81058CE4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7BBF7136-72E6-CC74-5901-88B28EEEFB65}"/>
                </a:ext>
              </a:extLst>
            </p:cNvPr>
            <p:cNvGrpSpPr/>
            <p:nvPr/>
          </p:nvGrpSpPr>
          <p:grpSpPr>
            <a:xfrm>
              <a:off x="3951685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10" name="直線コネクタ 9">
                <a:extLst>
                  <a:ext uri="{FF2B5EF4-FFF2-40B4-BE49-F238E27FC236}">
                    <a16:creationId xmlns:a16="http://schemas.microsoft.com/office/drawing/2014/main" id="{2EA4B7BF-4B6F-C54C-CA0B-2CD646E4DBBD}"/>
                  </a:ext>
                </a:extLst>
              </p:cNvPr>
              <p:cNvCxnSpPr>
                <a:cxnSpLocks/>
                <a:stCxn id="11" idx="6"/>
                <a:endCxn id="12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8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1B0A4485-B8C9-3AA2-3E45-A977E23D3148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楕円 11">
                <a:extLst>
                  <a:ext uri="{FF2B5EF4-FFF2-40B4-BE49-F238E27FC236}">
                    <a16:creationId xmlns:a16="http://schemas.microsoft.com/office/drawing/2014/main" id="{29548FD2-1D56-0831-E76F-0D6D49A05AE6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E04B8E42-A030-20CA-C88C-8E391F860A96}"/>
                </a:ext>
              </a:extLst>
            </p:cNvPr>
            <p:cNvGrpSpPr/>
            <p:nvPr/>
          </p:nvGrpSpPr>
          <p:grpSpPr>
            <a:xfrm>
              <a:off x="2022463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560DAE1C-E330-1FCC-B4F1-850BD30DA7C7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楕円 14">
                <a:extLst>
                  <a:ext uri="{FF2B5EF4-FFF2-40B4-BE49-F238E27FC236}">
                    <a16:creationId xmlns:a16="http://schemas.microsoft.com/office/drawing/2014/main" id="{B8186304-24B4-0415-1B5D-7CAD7437B369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楕円 15">
                <a:extLst>
                  <a:ext uri="{FF2B5EF4-FFF2-40B4-BE49-F238E27FC236}">
                    <a16:creationId xmlns:a16="http://schemas.microsoft.com/office/drawing/2014/main" id="{55794655-5854-7BE4-89DC-EDB3CEE1C91C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00204A55-3507-997B-4F53-A6F26921B0E4}"/>
                </a:ext>
              </a:extLst>
            </p:cNvPr>
            <p:cNvGrpSpPr/>
            <p:nvPr/>
          </p:nvGrpSpPr>
          <p:grpSpPr>
            <a:xfrm>
              <a:off x="93240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55B0F452-BC6D-8879-8727-20E6FC5F1676}"/>
                  </a:ext>
                </a:extLst>
              </p:cNvPr>
              <p:cNvCxnSpPr>
                <a:cxnSpLocks/>
                <a:stCxn id="19" idx="6"/>
                <a:endCxn id="20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7501ADB5-48EC-37B2-24E4-D2166E5FD004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楕円 19">
                <a:extLst>
                  <a:ext uri="{FF2B5EF4-FFF2-40B4-BE49-F238E27FC236}">
                    <a16:creationId xmlns:a16="http://schemas.microsoft.com/office/drawing/2014/main" id="{36645885-4716-CA0C-53B7-9981D376C6CE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EE9362B8-B996-215E-1DD4-90EA0AA7E14A}"/>
                </a:ext>
              </a:extLst>
            </p:cNvPr>
            <p:cNvGrpSpPr/>
            <p:nvPr/>
          </p:nvGrpSpPr>
          <p:grpSpPr>
            <a:xfrm>
              <a:off x="-1835982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2FB33AF3-2E94-6325-4BEB-8F800B3BB400}"/>
                  </a:ext>
                </a:extLst>
              </p:cNvPr>
              <p:cNvCxnSpPr>
                <a:cxnSpLocks/>
                <a:stCxn id="23" idx="6"/>
                <a:endCxn id="24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楕円 22">
                <a:extLst>
                  <a:ext uri="{FF2B5EF4-FFF2-40B4-BE49-F238E27FC236}">
                    <a16:creationId xmlns:a16="http://schemas.microsoft.com/office/drawing/2014/main" id="{1F8AC3D7-ED94-9055-B9E4-AA5115B31335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>
                <a:extLst>
                  <a:ext uri="{FF2B5EF4-FFF2-40B4-BE49-F238E27FC236}">
                    <a16:creationId xmlns:a16="http://schemas.microsoft.com/office/drawing/2014/main" id="{42B9BE2B-650B-C110-B889-77ECFA2CFB01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7C93381C-AD61-D6CA-A8DD-E47A3321CCA9}"/>
                </a:ext>
              </a:extLst>
            </p:cNvPr>
            <p:cNvCxnSpPr>
              <a:cxnSpLocks/>
              <a:stCxn id="35" idx="6"/>
              <a:endCxn id="26" idx="2"/>
            </p:cNvCxnSpPr>
            <p:nvPr/>
          </p:nvCxnSpPr>
          <p:spPr>
            <a:xfrm>
              <a:off x="8460567" y="6042062"/>
              <a:ext cx="1278788" cy="0"/>
            </a:xfrm>
            <a:prstGeom prst="line">
              <a:avLst/>
            </a:prstGeom>
            <a:ln w="63500">
              <a:solidFill>
                <a:schemeClr val="bg1">
                  <a:lumMod val="9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266E9C41-1302-EC0B-D4D8-94B42D1032B2}"/>
                </a:ext>
              </a:extLst>
            </p:cNvPr>
            <p:cNvSpPr/>
            <p:nvPr/>
          </p:nvSpPr>
          <p:spPr>
            <a:xfrm>
              <a:off x="9739354" y="5716844"/>
              <a:ext cx="650436" cy="65043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2FB12BD4-E917-591A-BA8E-C4BD0E63FA23}"/>
                </a:ext>
              </a:extLst>
            </p:cNvPr>
            <p:cNvGrpSpPr/>
            <p:nvPr/>
          </p:nvGrpSpPr>
          <p:grpSpPr>
            <a:xfrm>
              <a:off x="9737051" y="5716844"/>
              <a:ext cx="2579659" cy="650436"/>
              <a:chOff x="379505" y="4358243"/>
              <a:chExt cx="3626554" cy="914400"/>
            </a:xfrm>
          </p:grpSpPr>
          <p:cxnSp>
            <p:nvCxnSpPr>
              <p:cNvPr id="28" name="直線コネクタ 27">
                <a:extLst>
                  <a:ext uri="{FF2B5EF4-FFF2-40B4-BE49-F238E27FC236}">
                    <a16:creationId xmlns:a16="http://schemas.microsoft.com/office/drawing/2014/main" id="{2068CB53-39A7-774E-2B11-E64FDA190465}"/>
                  </a:ext>
                </a:extLst>
              </p:cNvPr>
              <p:cNvCxnSpPr>
                <a:cxnSpLocks/>
                <a:stCxn id="29" idx="6"/>
                <a:endCxn id="30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C2574D3F-8001-85AE-D9F7-52BF469A0C9E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楕円 29">
                <a:extLst>
                  <a:ext uri="{FF2B5EF4-FFF2-40B4-BE49-F238E27FC236}">
                    <a16:creationId xmlns:a16="http://schemas.microsoft.com/office/drawing/2014/main" id="{F6A42F51-8909-0F61-A014-A8BD9539C340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05256625-3C1E-2894-18B6-05860FED442A}"/>
                </a:ext>
              </a:extLst>
            </p:cNvPr>
            <p:cNvSpPr txBox="1"/>
            <p:nvPr/>
          </p:nvSpPr>
          <p:spPr>
            <a:xfrm flipH="1">
              <a:off x="206635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F9FFFEE-31B4-E446-FE28-23B776A2CC3B}"/>
                </a:ext>
              </a:extLst>
            </p:cNvPr>
            <p:cNvSpPr txBox="1"/>
            <p:nvPr/>
          </p:nvSpPr>
          <p:spPr>
            <a:xfrm flipH="1">
              <a:off x="2136068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48FCF37C-D2E1-A798-F49A-549AC2E8EDA0}"/>
                </a:ext>
              </a:extLst>
            </p:cNvPr>
            <p:cNvSpPr txBox="1"/>
            <p:nvPr/>
          </p:nvSpPr>
          <p:spPr>
            <a:xfrm flipH="1">
              <a:off x="5994934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8A006E19-1987-4D62-DD6A-E2AB0E262F2C}"/>
                </a:ext>
              </a:extLst>
            </p:cNvPr>
            <p:cNvGrpSpPr/>
            <p:nvPr/>
          </p:nvGrpSpPr>
          <p:grpSpPr>
            <a:xfrm>
              <a:off x="7810131" y="5716844"/>
              <a:ext cx="650436" cy="650436"/>
              <a:chOff x="7810131" y="4669094"/>
              <a:chExt cx="650436" cy="650436"/>
            </a:xfrm>
          </p:grpSpPr>
          <p:sp>
            <p:nvSpPr>
              <p:cNvPr id="35" name="楕円 34">
                <a:extLst>
                  <a:ext uri="{FF2B5EF4-FFF2-40B4-BE49-F238E27FC236}">
                    <a16:creationId xmlns:a16="http://schemas.microsoft.com/office/drawing/2014/main" id="{37B086BB-F1F1-EB64-F01E-CF27C3715617}"/>
                  </a:ext>
                </a:extLst>
              </p:cNvPr>
              <p:cNvSpPr/>
              <p:nvPr/>
            </p:nvSpPr>
            <p:spPr>
              <a:xfrm>
                <a:off x="7810131" y="4669094"/>
                <a:ext cx="650436" cy="65043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6562F6EB-4BBE-F0A3-F06E-71AEFA998F79}"/>
                  </a:ext>
                </a:extLst>
              </p:cNvPr>
              <p:cNvSpPr txBox="1"/>
              <p:nvPr/>
            </p:nvSpPr>
            <p:spPr>
              <a:xfrm flipH="1">
                <a:off x="7924367" y="4777481"/>
                <a:ext cx="441147" cy="400110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2000">
                    <a:solidFill>
                      <a:schemeClr val="bg1">
                        <a:lumMod val="50000"/>
                      </a:schemeClr>
                    </a:solidFill>
                    <a:effectLst/>
                    <a:latin typeface="原稿用標準書体" panose="03000503000000000000" pitchFamily="66" charset="-128"/>
                    <a:ea typeface="原稿用標準書体" panose="03000503000000000000" pitchFamily="66" charset="-128"/>
                    <a:cs typeface="叛逆明朝" panose="02000503000000000000" pitchFamily="2" charset="-128"/>
                  </a:rPr>
                  <a:t>00</a:t>
                </a:r>
                <a:endParaRPr kumimoji="1" lang="ja-JP" altLang="en-US" sz="2000" dirty="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endParaRPr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6757171-19D6-EB2D-E572-2496335FEAA9}"/>
                </a:ext>
              </a:extLst>
            </p:cNvPr>
            <p:cNvSpPr txBox="1"/>
            <p:nvPr/>
          </p:nvSpPr>
          <p:spPr>
            <a:xfrm flipH="1">
              <a:off x="9853800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B71273BE-C2BE-7565-A660-ADC87029F7D4}"/>
                </a:ext>
              </a:extLst>
            </p:cNvPr>
            <p:cNvSpPr txBox="1"/>
            <p:nvPr/>
          </p:nvSpPr>
          <p:spPr>
            <a:xfrm flipH="1">
              <a:off x="11783232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9B422B76-C6EA-D7D0-D994-4D8EA645874F}"/>
                </a:ext>
              </a:extLst>
            </p:cNvPr>
            <p:cNvSpPr txBox="1"/>
            <p:nvPr/>
          </p:nvSpPr>
          <p:spPr>
            <a:xfrm flipH="1">
              <a:off x="4065501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FB8BA77D-17CE-1A03-8196-72D6F64C2CC8}"/>
              </a:ext>
            </a:extLst>
          </p:cNvPr>
          <p:cNvGrpSpPr/>
          <p:nvPr/>
        </p:nvGrpSpPr>
        <p:grpSpPr>
          <a:xfrm>
            <a:off x="2747875" y="1411836"/>
            <a:ext cx="6696251" cy="1219930"/>
            <a:chOff x="3610649" y="1411836"/>
            <a:chExt cx="6696251" cy="1219930"/>
          </a:xfrm>
        </p:grpSpPr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8647E0DC-2671-1780-CF92-8BF2BD4A8024}"/>
                </a:ext>
              </a:extLst>
            </p:cNvPr>
            <p:cNvGrpSpPr/>
            <p:nvPr/>
          </p:nvGrpSpPr>
          <p:grpSpPr>
            <a:xfrm>
              <a:off x="3610649" y="1411836"/>
              <a:ext cx="4970703" cy="1219930"/>
              <a:chOff x="3820296" y="1411836"/>
              <a:chExt cx="4970703" cy="1219930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a16:creationId xmlns:a16="http://schemas.microsoft.com/office/drawing/2014/main" id="{6A178CAC-D09D-D089-04B6-27715D54E9E2}"/>
                  </a:ext>
                </a:extLst>
              </p:cNvPr>
              <p:cNvSpPr/>
              <p:nvPr/>
            </p:nvSpPr>
            <p:spPr>
              <a:xfrm>
                <a:off x="3820296" y="1411836"/>
                <a:ext cx="1372703" cy="1219930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四角形: 角を丸くする 50">
                <a:extLst>
                  <a:ext uri="{FF2B5EF4-FFF2-40B4-BE49-F238E27FC236}">
                    <a16:creationId xmlns:a16="http://schemas.microsoft.com/office/drawing/2014/main" id="{9EF292C1-3D38-F61A-891A-ECC2D61384D5}"/>
                  </a:ext>
                </a:extLst>
              </p:cNvPr>
              <p:cNvSpPr/>
              <p:nvPr/>
            </p:nvSpPr>
            <p:spPr>
              <a:xfrm>
                <a:off x="5619296" y="1411836"/>
                <a:ext cx="1372703" cy="1219930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3" name="四角形: 角を丸くする 52">
                <a:extLst>
                  <a:ext uri="{FF2B5EF4-FFF2-40B4-BE49-F238E27FC236}">
                    <a16:creationId xmlns:a16="http://schemas.microsoft.com/office/drawing/2014/main" id="{F0BC74FC-CB47-B3DB-58A2-92E626892906}"/>
                  </a:ext>
                </a:extLst>
              </p:cNvPr>
              <p:cNvSpPr/>
              <p:nvPr/>
            </p:nvSpPr>
            <p:spPr>
              <a:xfrm>
                <a:off x="7418296" y="1411836"/>
                <a:ext cx="1372703" cy="1219930"/>
              </a:xfrm>
              <a:prstGeom prst="round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56" name="四角形: 角を丸くする 55">
              <a:extLst>
                <a:ext uri="{FF2B5EF4-FFF2-40B4-BE49-F238E27FC236}">
                  <a16:creationId xmlns:a16="http://schemas.microsoft.com/office/drawing/2014/main" id="{BBC01B2E-48E1-CFA5-61A5-A49937FC7DDE}"/>
                </a:ext>
              </a:extLst>
            </p:cNvPr>
            <p:cNvSpPr/>
            <p:nvPr/>
          </p:nvSpPr>
          <p:spPr>
            <a:xfrm>
              <a:off x="8934197" y="1411836"/>
              <a:ext cx="1372703" cy="1219930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ED8C9B6E-F012-51B5-7E07-CC7ADF456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672" t="33741" r="12865" b="28706"/>
            <a:stretch>
              <a:fillRect/>
            </a:stretch>
          </p:blipFill>
          <p:spPr>
            <a:xfrm>
              <a:off x="9130189" y="1486045"/>
              <a:ext cx="980717" cy="757494"/>
            </a:xfrm>
            <a:prstGeom prst="rect">
              <a:avLst/>
            </a:prstGeom>
          </p:spPr>
        </p:pic>
        <p:sp>
          <p:nvSpPr>
            <p:cNvPr id="60" name="テキスト ボックス 59">
              <a:extLst>
                <a:ext uri="{FF2B5EF4-FFF2-40B4-BE49-F238E27FC236}">
                  <a16:creationId xmlns:a16="http://schemas.microsoft.com/office/drawing/2014/main" id="{D759CF8C-70A5-1DA9-79BB-33DAE8A567E9}"/>
                </a:ext>
              </a:extLst>
            </p:cNvPr>
            <p:cNvSpPr txBox="1"/>
            <p:nvPr/>
          </p:nvSpPr>
          <p:spPr>
            <a:xfrm flipH="1">
              <a:off x="9190602" y="2183010"/>
              <a:ext cx="877163" cy="369332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開ける</a:t>
              </a:r>
              <a:endParaRPr kumimoji="1" lang="ja-JP" altLang="en-US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sp>
        <p:nvSpPr>
          <p:cNvPr id="63" name="四角形: 角を丸くする 62">
            <a:extLst>
              <a:ext uri="{FF2B5EF4-FFF2-40B4-BE49-F238E27FC236}">
                <a16:creationId xmlns:a16="http://schemas.microsoft.com/office/drawing/2014/main" id="{4495FC6D-9A09-3A69-D23B-F94D6AC1C98C}"/>
              </a:ext>
            </a:extLst>
          </p:cNvPr>
          <p:cNvSpPr/>
          <p:nvPr/>
        </p:nvSpPr>
        <p:spPr>
          <a:xfrm>
            <a:off x="2321768" y="444373"/>
            <a:ext cx="7548465" cy="554003"/>
          </a:xfrm>
          <a:prstGeom prst="roundRect">
            <a:avLst>
              <a:gd name="adj" fmla="val 36553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四角形: 角を丸くする 64">
            <a:extLst>
              <a:ext uri="{FF2B5EF4-FFF2-40B4-BE49-F238E27FC236}">
                <a16:creationId xmlns:a16="http://schemas.microsoft.com/office/drawing/2014/main" id="{F1B85D23-60EC-9229-C4E7-D5FC939DCD05}"/>
              </a:ext>
            </a:extLst>
          </p:cNvPr>
          <p:cNvSpPr/>
          <p:nvPr/>
        </p:nvSpPr>
        <p:spPr>
          <a:xfrm>
            <a:off x="2321767" y="444373"/>
            <a:ext cx="2800739" cy="554003"/>
          </a:xfrm>
          <a:prstGeom prst="roundRect">
            <a:avLst>
              <a:gd name="adj" fmla="val 36553"/>
            </a:avLst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四角形: 角を丸くする 66">
            <a:extLst>
              <a:ext uri="{FF2B5EF4-FFF2-40B4-BE49-F238E27FC236}">
                <a16:creationId xmlns:a16="http://schemas.microsoft.com/office/drawing/2014/main" id="{5CD1D9E3-53B5-DCE9-4F8B-04A206CD043A}"/>
              </a:ext>
            </a:extLst>
          </p:cNvPr>
          <p:cNvSpPr/>
          <p:nvPr/>
        </p:nvSpPr>
        <p:spPr>
          <a:xfrm>
            <a:off x="7069493" y="444372"/>
            <a:ext cx="2800739" cy="554003"/>
          </a:xfrm>
          <a:prstGeom prst="roundRect">
            <a:avLst>
              <a:gd name="adj" fmla="val 36553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5476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5C935-81C9-6DDD-66FD-3331DAE7B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1E3DBBB-86AE-65BB-7393-474F1C69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3401000" y="2770054"/>
            <a:ext cx="5389999" cy="3920000"/>
          </a:xfrm>
          <a:prstGeom prst="rect">
            <a:avLst/>
          </a:prstGeom>
          <a:ln>
            <a:noFill/>
          </a:ln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25980211-74F1-741F-40E0-268625D60AFE}"/>
              </a:ext>
            </a:extLst>
          </p:cNvPr>
          <p:cNvGrpSpPr/>
          <p:nvPr/>
        </p:nvGrpSpPr>
        <p:grpSpPr>
          <a:xfrm>
            <a:off x="-1835982" y="370397"/>
            <a:ext cx="14152692" cy="654264"/>
            <a:chOff x="-1835982" y="5716844"/>
            <a:chExt cx="14152692" cy="654264"/>
          </a:xfrm>
        </p:grpSpPr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7FBB5D4D-7241-E70D-8D4E-163B903F1A77}"/>
                </a:ext>
              </a:extLst>
            </p:cNvPr>
            <p:cNvGrpSpPr/>
            <p:nvPr/>
          </p:nvGrpSpPr>
          <p:grpSpPr>
            <a:xfrm>
              <a:off x="5883738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8571EA41-FDA6-F21F-EBD0-670F6032D1A3}"/>
                  </a:ext>
                </a:extLst>
              </p:cNvPr>
              <p:cNvCxnSpPr>
                <a:cxnSpLocks/>
                <a:stCxn id="7" idx="6"/>
                <a:endCxn id="8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楕円 6">
                <a:extLst>
                  <a:ext uri="{FF2B5EF4-FFF2-40B4-BE49-F238E27FC236}">
                    <a16:creationId xmlns:a16="http://schemas.microsoft.com/office/drawing/2014/main" id="{061B14FA-1B33-FA16-7421-176A41318404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楕円 7">
                <a:extLst>
                  <a:ext uri="{FF2B5EF4-FFF2-40B4-BE49-F238E27FC236}">
                    <a16:creationId xmlns:a16="http://schemas.microsoft.com/office/drawing/2014/main" id="{21CBD00E-2E51-1777-F225-57C06C6462D0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707482DA-0AF4-AF55-9533-26F417A79FFD}"/>
                </a:ext>
              </a:extLst>
            </p:cNvPr>
            <p:cNvGrpSpPr/>
            <p:nvPr/>
          </p:nvGrpSpPr>
          <p:grpSpPr>
            <a:xfrm>
              <a:off x="3951685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10" name="直線コネクタ 9">
                <a:extLst>
                  <a:ext uri="{FF2B5EF4-FFF2-40B4-BE49-F238E27FC236}">
                    <a16:creationId xmlns:a16="http://schemas.microsoft.com/office/drawing/2014/main" id="{21790C7D-5054-5794-0D5C-2AE2606AA320}"/>
                  </a:ext>
                </a:extLst>
              </p:cNvPr>
              <p:cNvCxnSpPr>
                <a:cxnSpLocks/>
                <a:stCxn id="11" idx="6"/>
                <a:endCxn id="12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8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94C42429-DD65-FD1A-7804-72F9CF33A23B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楕円 11">
                <a:extLst>
                  <a:ext uri="{FF2B5EF4-FFF2-40B4-BE49-F238E27FC236}">
                    <a16:creationId xmlns:a16="http://schemas.microsoft.com/office/drawing/2014/main" id="{8FB525B0-052A-7576-ED2C-30E0ED100DBA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ECE7AFAD-088C-40B3-3FC1-ABB1CAC588FF}"/>
                </a:ext>
              </a:extLst>
            </p:cNvPr>
            <p:cNvGrpSpPr/>
            <p:nvPr/>
          </p:nvGrpSpPr>
          <p:grpSpPr>
            <a:xfrm>
              <a:off x="2022463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36D56A00-736E-67BA-BF42-3E3375724073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楕円 14">
                <a:extLst>
                  <a:ext uri="{FF2B5EF4-FFF2-40B4-BE49-F238E27FC236}">
                    <a16:creationId xmlns:a16="http://schemas.microsoft.com/office/drawing/2014/main" id="{AAC2E317-2350-E21A-640A-B5846420CAA9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楕円 15">
                <a:extLst>
                  <a:ext uri="{FF2B5EF4-FFF2-40B4-BE49-F238E27FC236}">
                    <a16:creationId xmlns:a16="http://schemas.microsoft.com/office/drawing/2014/main" id="{5D9C97D7-9C7B-C650-DC98-6C85025DBE8D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7D2CEF46-1E02-D8E8-95A0-1DDC1937F6CD}"/>
                </a:ext>
              </a:extLst>
            </p:cNvPr>
            <p:cNvGrpSpPr/>
            <p:nvPr/>
          </p:nvGrpSpPr>
          <p:grpSpPr>
            <a:xfrm>
              <a:off x="93240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0E5946E8-09A6-C147-9B9A-9DE65F1DED8B}"/>
                  </a:ext>
                </a:extLst>
              </p:cNvPr>
              <p:cNvCxnSpPr>
                <a:cxnSpLocks/>
                <a:stCxn id="19" idx="6"/>
                <a:endCxn id="20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0875B8B4-C6B0-C826-37BB-341A6D5A94E2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楕円 19">
                <a:extLst>
                  <a:ext uri="{FF2B5EF4-FFF2-40B4-BE49-F238E27FC236}">
                    <a16:creationId xmlns:a16="http://schemas.microsoft.com/office/drawing/2014/main" id="{E57CF29B-573A-7D90-D05D-7E69AF090B94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AE10F601-037F-BC94-5667-E5096B3179EF}"/>
                </a:ext>
              </a:extLst>
            </p:cNvPr>
            <p:cNvGrpSpPr/>
            <p:nvPr/>
          </p:nvGrpSpPr>
          <p:grpSpPr>
            <a:xfrm>
              <a:off x="-1835982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0DBA901E-0E77-4C30-1E2E-FE3C784774A7}"/>
                  </a:ext>
                </a:extLst>
              </p:cNvPr>
              <p:cNvCxnSpPr>
                <a:cxnSpLocks/>
                <a:stCxn id="23" idx="6"/>
                <a:endCxn id="24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楕円 22">
                <a:extLst>
                  <a:ext uri="{FF2B5EF4-FFF2-40B4-BE49-F238E27FC236}">
                    <a16:creationId xmlns:a16="http://schemas.microsoft.com/office/drawing/2014/main" id="{DD02E4FF-307C-9B4B-81E0-BD727EF0745A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>
                <a:extLst>
                  <a:ext uri="{FF2B5EF4-FFF2-40B4-BE49-F238E27FC236}">
                    <a16:creationId xmlns:a16="http://schemas.microsoft.com/office/drawing/2014/main" id="{F9B7061A-E79F-C20F-EFE7-5B179F0B8CA0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F4147B5B-989F-A1BA-143C-E407AE8B17DE}"/>
                </a:ext>
              </a:extLst>
            </p:cNvPr>
            <p:cNvCxnSpPr>
              <a:cxnSpLocks/>
              <a:stCxn id="35" idx="6"/>
              <a:endCxn id="26" idx="2"/>
            </p:cNvCxnSpPr>
            <p:nvPr/>
          </p:nvCxnSpPr>
          <p:spPr>
            <a:xfrm>
              <a:off x="8460567" y="6042062"/>
              <a:ext cx="1278788" cy="0"/>
            </a:xfrm>
            <a:prstGeom prst="line">
              <a:avLst/>
            </a:prstGeom>
            <a:ln w="63500">
              <a:solidFill>
                <a:schemeClr val="bg1">
                  <a:lumMod val="9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D0D9F859-9FB4-1169-BBB5-654E8D11CC0F}"/>
                </a:ext>
              </a:extLst>
            </p:cNvPr>
            <p:cNvSpPr/>
            <p:nvPr/>
          </p:nvSpPr>
          <p:spPr>
            <a:xfrm>
              <a:off x="9739354" y="5716844"/>
              <a:ext cx="650436" cy="65043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271920D7-1663-8260-0BC8-BB854F3257D9}"/>
                </a:ext>
              </a:extLst>
            </p:cNvPr>
            <p:cNvGrpSpPr/>
            <p:nvPr/>
          </p:nvGrpSpPr>
          <p:grpSpPr>
            <a:xfrm>
              <a:off x="9737051" y="5716844"/>
              <a:ext cx="2579659" cy="650436"/>
              <a:chOff x="379505" y="4358243"/>
              <a:chExt cx="3626554" cy="914400"/>
            </a:xfrm>
          </p:grpSpPr>
          <p:cxnSp>
            <p:nvCxnSpPr>
              <p:cNvPr id="28" name="直線コネクタ 27">
                <a:extLst>
                  <a:ext uri="{FF2B5EF4-FFF2-40B4-BE49-F238E27FC236}">
                    <a16:creationId xmlns:a16="http://schemas.microsoft.com/office/drawing/2014/main" id="{4D8B1BC6-B3EC-62D9-3FB9-7F753A159AB8}"/>
                  </a:ext>
                </a:extLst>
              </p:cNvPr>
              <p:cNvCxnSpPr>
                <a:cxnSpLocks/>
                <a:stCxn id="29" idx="6"/>
                <a:endCxn id="30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29CD00EC-D6E2-4222-35FB-531415B049B8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楕円 29">
                <a:extLst>
                  <a:ext uri="{FF2B5EF4-FFF2-40B4-BE49-F238E27FC236}">
                    <a16:creationId xmlns:a16="http://schemas.microsoft.com/office/drawing/2014/main" id="{9367362B-F867-7F79-BA59-3C19541832D8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940ED59D-D473-AC5B-BC25-CF5347135031}"/>
                </a:ext>
              </a:extLst>
            </p:cNvPr>
            <p:cNvSpPr txBox="1"/>
            <p:nvPr/>
          </p:nvSpPr>
          <p:spPr>
            <a:xfrm flipH="1">
              <a:off x="206635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1F917269-5916-507A-8A1B-4B179B1553E8}"/>
                </a:ext>
              </a:extLst>
            </p:cNvPr>
            <p:cNvSpPr txBox="1"/>
            <p:nvPr/>
          </p:nvSpPr>
          <p:spPr>
            <a:xfrm flipH="1">
              <a:off x="2136068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8624C65A-77C4-F205-4527-EA7C77A20E90}"/>
                </a:ext>
              </a:extLst>
            </p:cNvPr>
            <p:cNvSpPr txBox="1"/>
            <p:nvPr/>
          </p:nvSpPr>
          <p:spPr>
            <a:xfrm flipH="1">
              <a:off x="5994934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EBF06B8A-0E13-E0BF-5E65-D797F5650B1A}"/>
                </a:ext>
              </a:extLst>
            </p:cNvPr>
            <p:cNvGrpSpPr/>
            <p:nvPr/>
          </p:nvGrpSpPr>
          <p:grpSpPr>
            <a:xfrm>
              <a:off x="7810131" y="5716844"/>
              <a:ext cx="650436" cy="650436"/>
              <a:chOff x="7810131" y="4669094"/>
              <a:chExt cx="650436" cy="650436"/>
            </a:xfrm>
          </p:grpSpPr>
          <p:sp>
            <p:nvSpPr>
              <p:cNvPr id="35" name="楕円 34">
                <a:extLst>
                  <a:ext uri="{FF2B5EF4-FFF2-40B4-BE49-F238E27FC236}">
                    <a16:creationId xmlns:a16="http://schemas.microsoft.com/office/drawing/2014/main" id="{1BEF239E-3E44-7391-3CD9-3ADA7A7338CF}"/>
                  </a:ext>
                </a:extLst>
              </p:cNvPr>
              <p:cNvSpPr/>
              <p:nvPr/>
            </p:nvSpPr>
            <p:spPr>
              <a:xfrm>
                <a:off x="7810131" y="4669094"/>
                <a:ext cx="650436" cy="65043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E6B77322-64E6-E56F-22F1-BDA61A12B363}"/>
                  </a:ext>
                </a:extLst>
              </p:cNvPr>
              <p:cNvSpPr txBox="1"/>
              <p:nvPr/>
            </p:nvSpPr>
            <p:spPr>
              <a:xfrm flipH="1">
                <a:off x="7924367" y="4777481"/>
                <a:ext cx="441147" cy="400110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2000">
                    <a:solidFill>
                      <a:schemeClr val="bg1">
                        <a:lumMod val="50000"/>
                      </a:schemeClr>
                    </a:solidFill>
                    <a:effectLst/>
                    <a:latin typeface="原稿用標準書体" panose="03000503000000000000" pitchFamily="66" charset="-128"/>
                    <a:ea typeface="原稿用標準書体" panose="03000503000000000000" pitchFamily="66" charset="-128"/>
                    <a:cs typeface="叛逆明朝" panose="02000503000000000000" pitchFamily="2" charset="-128"/>
                  </a:rPr>
                  <a:t>00</a:t>
                </a:r>
                <a:endParaRPr kumimoji="1" lang="ja-JP" altLang="en-US" sz="2000" dirty="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endParaRPr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A25C2686-0353-163E-3F09-C4BC3534F049}"/>
                </a:ext>
              </a:extLst>
            </p:cNvPr>
            <p:cNvSpPr txBox="1"/>
            <p:nvPr/>
          </p:nvSpPr>
          <p:spPr>
            <a:xfrm flipH="1">
              <a:off x="9853800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0EAF781E-B0EF-CA8B-A332-570E67DC373F}"/>
                </a:ext>
              </a:extLst>
            </p:cNvPr>
            <p:cNvSpPr txBox="1"/>
            <p:nvPr/>
          </p:nvSpPr>
          <p:spPr>
            <a:xfrm flipH="1">
              <a:off x="11783232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714B9E32-1887-7721-5A5B-68A6A2EEB37F}"/>
                </a:ext>
              </a:extLst>
            </p:cNvPr>
            <p:cNvSpPr txBox="1"/>
            <p:nvPr/>
          </p:nvSpPr>
          <p:spPr>
            <a:xfrm flipH="1">
              <a:off x="4065501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D8849D03-33B6-7B9F-AD39-33E5BFA29E3A}"/>
              </a:ext>
            </a:extLst>
          </p:cNvPr>
          <p:cNvGrpSpPr/>
          <p:nvPr/>
        </p:nvGrpSpPr>
        <p:grpSpPr>
          <a:xfrm>
            <a:off x="2747875" y="1486484"/>
            <a:ext cx="6696251" cy="1219930"/>
            <a:chOff x="3610649" y="1411836"/>
            <a:chExt cx="6696251" cy="1219930"/>
          </a:xfrm>
        </p:grpSpPr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AEFA0A29-F6D0-3858-F1FB-05759C09D15B}"/>
                </a:ext>
              </a:extLst>
            </p:cNvPr>
            <p:cNvGrpSpPr/>
            <p:nvPr/>
          </p:nvGrpSpPr>
          <p:grpSpPr>
            <a:xfrm>
              <a:off x="3610649" y="1411836"/>
              <a:ext cx="4970703" cy="1219930"/>
              <a:chOff x="3820296" y="1411836"/>
              <a:chExt cx="4970703" cy="1219930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a16:creationId xmlns:a16="http://schemas.microsoft.com/office/drawing/2014/main" id="{19CA4F27-312E-C39D-C03E-3454C0991792}"/>
                  </a:ext>
                </a:extLst>
              </p:cNvPr>
              <p:cNvSpPr/>
              <p:nvPr/>
            </p:nvSpPr>
            <p:spPr>
              <a:xfrm>
                <a:off x="3820296" y="1411836"/>
                <a:ext cx="1372703" cy="1219930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四角形: 角を丸くする 50">
                <a:extLst>
                  <a:ext uri="{FF2B5EF4-FFF2-40B4-BE49-F238E27FC236}">
                    <a16:creationId xmlns:a16="http://schemas.microsoft.com/office/drawing/2014/main" id="{63E5C2B6-B986-5AD0-18C9-EBDC7BC63CD9}"/>
                  </a:ext>
                </a:extLst>
              </p:cNvPr>
              <p:cNvSpPr/>
              <p:nvPr/>
            </p:nvSpPr>
            <p:spPr>
              <a:xfrm>
                <a:off x="5619296" y="1411836"/>
                <a:ext cx="1372703" cy="1219930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3" name="四角形: 角を丸くする 52">
                <a:extLst>
                  <a:ext uri="{FF2B5EF4-FFF2-40B4-BE49-F238E27FC236}">
                    <a16:creationId xmlns:a16="http://schemas.microsoft.com/office/drawing/2014/main" id="{BB860245-F4AF-066C-4B03-A5B3EA31921F}"/>
                  </a:ext>
                </a:extLst>
              </p:cNvPr>
              <p:cNvSpPr/>
              <p:nvPr/>
            </p:nvSpPr>
            <p:spPr>
              <a:xfrm>
                <a:off x="7418296" y="1411836"/>
                <a:ext cx="1372703" cy="1219930"/>
              </a:xfrm>
              <a:prstGeom prst="round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56" name="四角形: 角を丸くする 55">
              <a:extLst>
                <a:ext uri="{FF2B5EF4-FFF2-40B4-BE49-F238E27FC236}">
                  <a16:creationId xmlns:a16="http://schemas.microsoft.com/office/drawing/2014/main" id="{14F32E26-3C5B-0F4A-0290-792BB24CF78F}"/>
                </a:ext>
              </a:extLst>
            </p:cNvPr>
            <p:cNvSpPr/>
            <p:nvPr/>
          </p:nvSpPr>
          <p:spPr>
            <a:xfrm>
              <a:off x="8934197" y="1411836"/>
              <a:ext cx="1372703" cy="1219930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C5AA73C9-B074-D305-FC24-6B1574A9BF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672" t="33741" r="12865" b="28706"/>
            <a:stretch>
              <a:fillRect/>
            </a:stretch>
          </p:blipFill>
          <p:spPr>
            <a:xfrm>
              <a:off x="9130189" y="1486045"/>
              <a:ext cx="980717" cy="757494"/>
            </a:xfrm>
            <a:prstGeom prst="rect">
              <a:avLst/>
            </a:prstGeom>
          </p:spPr>
        </p:pic>
        <p:sp>
          <p:nvSpPr>
            <p:cNvPr id="60" name="テキスト ボックス 59">
              <a:extLst>
                <a:ext uri="{FF2B5EF4-FFF2-40B4-BE49-F238E27FC236}">
                  <a16:creationId xmlns:a16="http://schemas.microsoft.com/office/drawing/2014/main" id="{2D05FC1B-73C4-D581-E9D0-9A316A1BB47F}"/>
                </a:ext>
              </a:extLst>
            </p:cNvPr>
            <p:cNvSpPr txBox="1"/>
            <p:nvPr/>
          </p:nvSpPr>
          <p:spPr>
            <a:xfrm flipH="1">
              <a:off x="9190602" y="2183010"/>
              <a:ext cx="877163" cy="369332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開ける</a:t>
              </a:r>
              <a:endParaRPr kumimoji="1" lang="ja-JP" altLang="en-US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29200CC9-61EB-CDD6-8E6E-FEB47D84E8B2}"/>
              </a:ext>
            </a:extLst>
          </p:cNvPr>
          <p:cNvGrpSpPr/>
          <p:nvPr/>
        </p:nvGrpSpPr>
        <p:grpSpPr>
          <a:xfrm>
            <a:off x="4737534" y="1619029"/>
            <a:ext cx="954139" cy="954139"/>
            <a:chOff x="1975681" y="3937390"/>
            <a:chExt cx="1007961" cy="1007961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1DB755D4-F213-D920-533D-F182BA57FCBB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851C111E-AEBB-565D-77DA-9F3ECAD005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8229E860-A8A4-C136-2A03-E9CD1E8B8293}"/>
              </a:ext>
            </a:extLst>
          </p:cNvPr>
          <p:cNvSpPr/>
          <p:nvPr/>
        </p:nvSpPr>
        <p:spPr>
          <a:xfrm>
            <a:off x="9737051" y="3428999"/>
            <a:ext cx="1372703" cy="913381"/>
          </a:xfrm>
          <a:prstGeom prst="roundRect">
            <a:avLst>
              <a:gd name="adj" fmla="val 36553"/>
            </a:avLst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59014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BD4FC9-7614-E309-D325-8AB94E3F7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DE7796-7046-259E-F43D-86B5734EF5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4735277" y="1846318"/>
            <a:ext cx="2721445" cy="1979233"/>
          </a:xfrm>
          <a:prstGeom prst="rect">
            <a:avLst/>
          </a:prstGeom>
          <a:ln>
            <a:noFill/>
          </a:ln>
        </p:spPr>
      </p:pic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88A1E53-C1FB-B0F0-3546-2B1580C04BFE}"/>
              </a:ext>
            </a:extLst>
          </p:cNvPr>
          <p:cNvGrpSpPr/>
          <p:nvPr/>
        </p:nvGrpSpPr>
        <p:grpSpPr>
          <a:xfrm>
            <a:off x="-1835982" y="510362"/>
            <a:ext cx="14152692" cy="654264"/>
            <a:chOff x="-1835982" y="5716844"/>
            <a:chExt cx="14152692" cy="654264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FEFC4550-ED3E-4C45-FACC-44B2822069CE}"/>
                </a:ext>
              </a:extLst>
            </p:cNvPr>
            <p:cNvGrpSpPr/>
            <p:nvPr/>
          </p:nvGrpSpPr>
          <p:grpSpPr>
            <a:xfrm>
              <a:off x="5883738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39" name="直線コネクタ 38">
                <a:extLst>
                  <a:ext uri="{FF2B5EF4-FFF2-40B4-BE49-F238E27FC236}">
                    <a16:creationId xmlns:a16="http://schemas.microsoft.com/office/drawing/2014/main" id="{E17EF46C-DD68-FED6-D72F-7F06A064021C}"/>
                  </a:ext>
                </a:extLst>
              </p:cNvPr>
              <p:cNvCxnSpPr>
                <a:cxnSpLocks/>
                <a:stCxn id="40" idx="6"/>
                <a:endCxn id="41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楕円 39">
                <a:extLst>
                  <a:ext uri="{FF2B5EF4-FFF2-40B4-BE49-F238E27FC236}">
                    <a16:creationId xmlns:a16="http://schemas.microsoft.com/office/drawing/2014/main" id="{8EBCF136-7E09-E064-5D89-54CC4B40C389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1" name="楕円 40">
                <a:extLst>
                  <a:ext uri="{FF2B5EF4-FFF2-40B4-BE49-F238E27FC236}">
                    <a16:creationId xmlns:a16="http://schemas.microsoft.com/office/drawing/2014/main" id="{2F461191-1301-0AD9-29F9-0D8EDADDA82E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F4DD71A8-6669-3AD1-76E7-9F74B553A0A8}"/>
                </a:ext>
              </a:extLst>
            </p:cNvPr>
            <p:cNvGrpSpPr/>
            <p:nvPr/>
          </p:nvGrpSpPr>
          <p:grpSpPr>
            <a:xfrm>
              <a:off x="3951685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36" name="直線コネクタ 35">
                <a:extLst>
                  <a:ext uri="{FF2B5EF4-FFF2-40B4-BE49-F238E27FC236}">
                    <a16:creationId xmlns:a16="http://schemas.microsoft.com/office/drawing/2014/main" id="{49088D5C-FFE9-71F4-E27A-82D6FB4DEE63}"/>
                  </a:ext>
                </a:extLst>
              </p:cNvPr>
              <p:cNvCxnSpPr>
                <a:cxnSpLocks/>
                <a:stCxn id="37" idx="6"/>
                <a:endCxn id="38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8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楕円 36">
                <a:extLst>
                  <a:ext uri="{FF2B5EF4-FFF2-40B4-BE49-F238E27FC236}">
                    <a16:creationId xmlns:a16="http://schemas.microsoft.com/office/drawing/2014/main" id="{936753B4-057D-5A0B-4FB9-AFCC1778A65D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8" name="楕円 37">
                <a:extLst>
                  <a:ext uri="{FF2B5EF4-FFF2-40B4-BE49-F238E27FC236}">
                    <a16:creationId xmlns:a16="http://schemas.microsoft.com/office/drawing/2014/main" id="{45EF3EFA-FD22-DB8D-57B3-A3E1553FED72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EED605A3-918C-9E17-5BF1-0DF6F3F70B0B}"/>
                </a:ext>
              </a:extLst>
            </p:cNvPr>
            <p:cNvGrpSpPr/>
            <p:nvPr/>
          </p:nvGrpSpPr>
          <p:grpSpPr>
            <a:xfrm>
              <a:off x="2022463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33" name="直線コネクタ 32">
                <a:extLst>
                  <a:ext uri="{FF2B5EF4-FFF2-40B4-BE49-F238E27FC236}">
                    <a16:creationId xmlns:a16="http://schemas.microsoft.com/office/drawing/2014/main" id="{631D7DC9-A43D-F6D0-5CEA-B2E32DB70FF5}"/>
                  </a:ext>
                </a:extLst>
              </p:cNvPr>
              <p:cNvCxnSpPr>
                <a:cxnSpLocks/>
                <a:stCxn id="34" idx="6"/>
                <a:endCxn id="35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楕円 33">
                <a:extLst>
                  <a:ext uri="{FF2B5EF4-FFF2-40B4-BE49-F238E27FC236}">
                    <a16:creationId xmlns:a16="http://schemas.microsoft.com/office/drawing/2014/main" id="{9F2AC841-5090-3045-50CD-BF80B150CE76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楕円 34">
                <a:extLst>
                  <a:ext uri="{FF2B5EF4-FFF2-40B4-BE49-F238E27FC236}">
                    <a16:creationId xmlns:a16="http://schemas.microsoft.com/office/drawing/2014/main" id="{112B14BB-42DA-E054-1902-541537549F6B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5485BFC2-5525-2654-C98F-8AFF7D390A53}"/>
                </a:ext>
              </a:extLst>
            </p:cNvPr>
            <p:cNvGrpSpPr/>
            <p:nvPr/>
          </p:nvGrpSpPr>
          <p:grpSpPr>
            <a:xfrm>
              <a:off x="93240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30" name="直線コネクタ 29">
                <a:extLst>
                  <a:ext uri="{FF2B5EF4-FFF2-40B4-BE49-F238E27FC236}">
                    <a16:creationId xmlns:a16="http://schemas.microsoft.com/office/drawing/2014/main" id="{0E4933C3-78EE-739F-5626-E4A7D17CB742}"/>
                  </a:ext>
                </a:extLst>
              </p:cNvPr>
              <p:cNvCxnSpPr>
                <a:cxnSpLocks/>
                <a:stCxn id="31" idx="6"/>
                <a:endCxn id="32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楕円 30">
                <a:extLst>
                  <a:ext uri="{FF2B5EF4-FFF2-40B4-BE49-F238E27FC236}">
                    <a16:creationId xmlns:a16="http://schemas.microsoft.com/office/drawing/2014/main" id="{10BE6AA3-FFEE-2CC6-43C8-A62BA3E83141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楕円 31">
                <a:extLst>
                  <a:ext uri="{FF2B5EF4-FFF2-40B4-BE49-F238E27FC236}">
                    <a16:creationId xmlns:a16="http://schemas.microsoft.com/office/drawing/2014/main" id="{F4901ACB-F55E-6C65-7468-0C929D2C5D9E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39362DD8-A27B-7232-4F1C-9FC8D677FF8B}"/>
                </a:ext>
              </a:extLst>
            </p:cNvPr>
            <p:cNvGrpSpPr/>
            <p:nvPr/>
          </p:nvGrpSpPr>
          <p:grpSpPr>
            <a:xfrm>
              <a:off x="-1835982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8487E0E0-66C3-109B-A21C-A826FB8D702F}"/>
                  </a:ext>
                </a:extLst>
              </p:cNvPr>
              <p:cNvCxnSpPr>
                <a:cxnSpLocks/>
                <a:stCxn id="28" idx="6"/>
                <a:endCxn id="29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F6348D13-F401-DC37-8267-128C3A81279C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265081FF-D7BD-74BE-D2EF-931A8BA016E4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FDF93071-A3F0-E4BC-DA80-6997E542083F}"/>
                </a:ext>
              </a:extLst>
            </p:cNvPr>
            <p:cNvCxnSpPr>
              <a:cxnSpLocks/>
              <a:stCxn id="22" idx="6"/>
              <a:endCxn id="13" idx="2"/>
            </p:cNvCxnSpPr>
            <p:nvPr/>
          </p:nvCxnSpPr>
          <p:spPr>
            <a:xfrm>
              <a:off x="8460567" y="6042062"/>
              <a:ext cx="1278788" cy="0"/>
            </a:xfrm>
            <a:prstGeom prst="line">
              <a:avLst/>
            </a:prstGeom>
            <a:ln w="63500">
              <a:solidFill>
                <a:schemeClr val="bg1">
                  <a:lumMod val="9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22BB3E07-B611-5015-E8A7-A2899BE5F540}"/>
                </a:ext>
              </a:extLst>
            </p:cNvPr>
            <p:cNvSpPr/>
            <p:nvPr/>
          </p:nvSpPr>
          <p:spPr>
            <a:xfrm>
              <a:off x="9739354" y="5716844"/>
              <a:ext cx="650436" cy="65043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FD62347-F6D8-5B78-C724-DF4C498749FD}"/>
                </a:ext>
              </a:extLst>
            </p:cNvPr>
            <p:cNvGrpSpPr/>
            <p:nvPr/>
          </p:nvGrpSpPr>
          <p:grpSpPr>
            <a:xfrm>
              <a:off x="9737051" y="5716844"/>
              <a:ext cx="2579659" cy="650436"/>
              <a:chOff x="379505" y="4358243"/>
              <a:chExt cx="3626554" cy="914400"/>
            </a:xfrm>
          </p:grpSpPr>
          <p:cxnSp>
            <p:nvCxnSpPr>
              <p:cNvPr id="24" name="直線コネクタ 23">
                <a:extLst>
                  <a:ext uri="{FF2B5EF4-FFF2-40B4-BE49-F238E27FC236}">
                    <a16:creationId xmlns:a16="http://schemas.microsoft.com/office/drawing/2014/main" id="{483ABE69-61C8-0F2B-FC38-505A71D550DA}"/>
                  </a:ext>
                </a:extLst>
              </p:cNvPr>
              <p:cNvCxnSpPr>
                <a:cxnSpLocks/>
                <a:stCxn id="25" idx="6"/>
                <a:endCxn id="26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楕円 24">
                <a:extLst>
                  <a:ext uri="{FF2B5EF4-FFF2-40B4-BE49-F238E27FC236}">
                    <a16:creationId xmlns:a16="http://schemas.microsoft.com/office/drawing/2014/main" id="{4B5A6D18-4F36-7BD7-0A27-AAE36AF2686D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6" name="楕円 25">
                <a:extLst>
                  <a:ext uri="{FF2B5EF4-FFF2-40B4-BE49-F238E27FC236}">
                    <a16:creationId xmlns:a16="http://schemas.microsoft.com/office/drawing/2014/main" id="{FC780E62-F54C-AA21-0475-DA567080FB7C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E3A6B4B2-401F-AD71-8990-43C18B84F3B3}"/>
                </a:ext>
              </a:extLst>
            </p:cNvPr>
            <p:cNvSpPr txBox="1"/>
            <p:nvPr/>
          </p:nvSpPr>
          <p:spPr>
            <a:xfrm flipH="1">
              <a:off x="206635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7F8154E7-3B05-74DA-DDD7-126F2BB85049}"/>
                </a:ext>
              </a:extLst>
            </p:cNvPr>
            <p:cNvSpPr txBox="1"/>
            <p:nvPr/>
          </p:nvSpPr>
          <p:spPr>
            <a:xfrm flipH="1">
              <a:off x="2136068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1987C91F-DF9A-C0DC-5290-2D001DFCA661}"/>
                </a:ext>
              </a:extLst>
            </p:cNvPr>
            <p:cNvSpPr txBox="1"/>
            <p:nvPr/>
          </p:nvSpPr>
          <p:spPr>
            <a:xfrm flipH="1">
              <a:off x="5994934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grpSp>
          <p:nvGrpSpPr>
            <p:cNvPr id="18" name="グループ化 17">
              <a:extLst>
                <a:ext uri="{FF2B5EF4-FFF2-40B4-BE49-F238E27FC236}">
                  <a16:creationId xmlns:a16="http://schemas.microsoft.com/office/drawing/2014/main" id="{715DBB46-E0E7-B93C-7FCC-608ADA3693DA}"/>
                </a:ext>
              </a:extLst>
            </p:cNvPr>
            <p:cNvGrpSpPr/>
            <p:nvPr/>
          </p:nvGrpSpPr>
          <p:grpSpPr>
            <a:xfrm>
              <a:off x="7810131" y="5716844"/>
              <a:ext cx="650436" cy="650436"/>
              <a:chOff x="7810131" y="4669094"/>
              <a:chExt cx="650436" cy="650436"/>
            </a:xfrm>
          </p:grpSpPr>
          <p:sp>
            <p:nvSpPr>
              <p:cNvPr id="22" name="楕円 21">
                <a:extLst>
                  <a:ext uri="{FF2B5EF4-FFF2-40B4-BE49-F238E27FC236}">
                    <a16:creationId xmlns:a16="http://schemas.microsoft.com/office/drawing/2014/main" id="{B29A7F27-35A5-55D1-B4AD-7CC4F5BE87FF}"/>
                  </a:ext>
                </a:extLst>
              </p:cNvPr>
              <p:cNvSpPr/>
              <p:nvPr/>
            </p:nvSpPr>
            <p:spPr>
              <a:xfrm>
                <a:off x="7810131" y="4669094"/>
                <a:ext cx="650436" cy="65043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756B62EE-FF13-6637-314B-3B1BD30BCC90}"/>
                  </a:ext>
                </a:extLst>
              </p:cNvPr>
              <p:cNvSpPr txBox="1"/>
              <p:nvPr/>
            </p:nvSpPr>
            <p:spPr>
              <a:xfrm flipH="1">
                <a:off x="7924367" y="4777481"/>
                <a:ext cx="441147" cy="400110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2000">
                    <a:solidFill>
                      <a:schemeClr val="bg1">
                        <a:lumMod val="50000"/>
                      </a:schemeClr>
                    </a:solidFill>
                    <a:effectLst/>
                    <a:latin typeface="原稿用標準書体" panose="03000503000000000000" pitchFamily="66" charset="-128"/>
                    <a:ea typeface="原稿用標準書体" panose="03000503000000000000" pitchFamily="66" charset="-128"/>
                    <a:cs typeface="叛逆明朝" panose="02000503000000000000" pitchFamily="2" charset="-128"/>
                  </a:rPr>
                  <a:t>00</a:t>
                </a:r>
                <a:endParaRPr kumimoji="1" lang="ja-JP" altLang="en-US" sz="2000" dirty="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endParaRPr>
              </a:p>
            </p:txBody>
          </p:sp>
        </p:grp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D4AC6B45-453E-DA64-A7BD-274090AAEFBD}"/>
                </a:ext>
              </a:extLst>
            </p:cNvPr>
            <p:cNvSpPr txBox="1"/>
            <p:nvPr/>
          </p:nvSpPr>
          <p:spPr>
            <a:xfrm flipH="1">
              <a:off x="9853800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B3E6FE99-4F07-F74F-24A9-7C1700F52D12}"/>
                </a:ext>
              </a:extLst>
            </p:cNvPr>
            <p:cNvSpPr txBox="1"/>
            <p:nvPr/>
          </p:nvSpPr>
          <p:spPr>
            <a:xfrm flipH="1">
              <a:off x="11783232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85705418-5DF4-80DA-5797-A3F437E57B71}"/>
                </a:ext>
              </a:extLst>
            </p:cNvPr>
            <p:cNvSpPr txBox="1"/>
            <p:nvPr/>
          </p:nvSpPr>
          <p:spPr>
            <a:xfrm flipH="1">
              <a:off x="4065501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pic>
        <p:nvPicPr>
          <p:cNvPr id="42" name="図 41">
            <a:extLst>
              <a:ext uri="{FF2B5EF4-FFF2-40B4-BE49-F238E27FC236}">
                <a16:creationId xmlns:a16="http://schemas.microsoft.com/office/drawing/2014/main" id="{89B181D7-B888-B106-0510-F25769B9BD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2101855" y="3668897"/>
            <a:ext cx="2721445" cy="1979233"/>
          </a:xfrm>
          <a:prstGeom prst="rect">
            <a:avLst/>
          </a:prstGeom>
          <a:ln>
            <a:noFill/>
          </a:ln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AD3F547B-F117-5420-8935-84996007D2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7368702" y="3270379"/>
            <a:ext cx="2721445" cy="1979233"/>
          </a:xfrm>
          <a:prstGeom prst="rect">
            <a:avLst/>
          </a:prstGeom>
          <a:ln>
            <a:noFill/>
          </a:ln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84939C96-35DC-0C6B-73AD-DAC684B9DD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094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34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DB1F08-1518-B74B-1675-BE8C186DE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B57E957-185B-1C6A-E0C5-EA85D31C4E9E}"/>
              </a:ext>
            </a:extLst>
          </p:cNvPr>
          <p:cNvGrpSpPr/>
          <p:nvPr/>
        </p:nvGrpSpPr>
        <p:grpSpPr>
          <a:xfrm>
            <a:off x="-1835982" y="510362"/>
            <a:ext cx="14152692" cy="654264"/>
            <a:chOff x="-1835982" y="5716844"/>
            <a:chExt cx="14152692" cy="654264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3B8EE5F-D1D3-B6C8-B89A-A6446F670838}"/>
                </a:ext>
              </a:extLst>
            </p:cNvPr>
            <p:cNvGrpSpPr/>
            <p:nvPr/>
          </p:nvGrpSpPr>
          <p:grpSpPr>
            <a:xfrm>
              <a:off x="5883738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39" name="直線コネクタ 38">
                <a:extLst>
                  <a:ext uri="{FF2B5EF4-FFF2-40B4-BE49-F238E27FC236}">
                    <a16:creationId xmlns:a16="http://schemas.microsoft.com/office/drawing/2014/main" id="{68E8FDFD-39EF-DFA6-8FCD-E4D9747D1F99}"/>
                  </a:ext>
                </a:extLst>
              </p:cNvPr>
              <p:cNvCxnSpPr>
                <a:cxnSpLocks/>
                <a:stCxn id="40" idx="6"/>
                <a:endCxn id="41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楕円 39">
                <a:extLst>
                  <a:ext uri="{FF2B5EF4-FFF2-40B4-BE49-F238E27FC236}">
                    <a16:creationId xmlns:a16="http://schemas.microsoft.com/office/drawing/2014/main" id="{684069D8-5400-A2CA-FE8B-582445C43969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1" name="楕円 40">
                <a:extLst>
                  <a:ext uri="{FF2B5EF4-FFF2-40B4-BE49-F238E27FC236}">
                    <a16:creationId xmlns:a16="http://schemas.microsoft.com/office/drawing/2014/main" id="{C77F8DBF-E4C5-1030-9661-35DC18A56B02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786E8551-0748-0084-54E4-909CC3CF85B4}"/>
                </a:ext>
              </a:extLst>
            </p:cNvPr>
            <p:cNvGrpSpPr/>
            <p:nvPr/>
          </p:nvGrpSpPr>
          <p:grpSpPr>
            <a:xfrm>
              <a:off x="3951685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36" name="直線コネクタ 35">
                <a:extLst>
                  <a:ext uri="{FF2B5EF4-FFF2-40B4-BE49-F238E27FC236}">
                    <a16:creationId xmlns:a16="http://schemas.microsoft.com/office/drawing/2014/main" id="{8136FC76-E155-1799-55C8-01B4BDAC11A4}"/>
                  </a:ext>
                </a:extLst>
              </p:cNvPr>
              <p:cNvCxnSpPr>
                <a:cxnSpLocks/>
                <a:stCxn id="37" idx="6"/>
                <a:endCxn id="38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8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楕円 36">
                <a:extLst>
                  <a:ext uri="{FF2B5EF4-FFF2-40B4-BE49-F238E27FC236}">
                    <a16:creationId xmlns:a16="http://schemas.microsoft.com/office/drawing/2014/main" id="{C71ED055-8DF4-76B9-19A7-B190F7100F84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8" name="楕円 37">
                <a:extLst>
                  <a:ext uri="{FF2B5EF4-FFF2-40B4-BE49-F238E27FC236}">
                    <a16:creationId xmlns:a16="http://schemas.microsoft.com/office/drawing/2014/main" id="{36908280-3FBB-CEE2-9454-A65B6D06358B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8DE4190-0FA7-64AA-887A-2F4F81AD1770}"/>
                </a:ext>
              </a:extLst>
            </p:cNvPr>
            <p:cNvGrpSpPr/>
            <p:nvPr/>
          </p:nvGrpSpPr>
          <p:grpSpPr>
            <a:xfrm>
              <a:off x="2022463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33" name="直線コネクタ 32">
                <a:extLst>
                  <a:ext uri="{FF2B5EF4-FFF2-40B4-BE49-F238E27FC236}">
                    <a16:creationId xmlns:a16="http://schemas.microsoft.com/office/drawing/2014/main" id="{30EDA98B-21F5-2D4C-BC1B-0BC79C85D961}"/>
                  </a:ext>
                </a:extLst>
              </p:cNvPr>
              <p:cNvCxnSpPr>
                <a:cxnSpLocks/>
                <a:stCxn id="34" idx="6"/>
                <a:endCxn id="35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楕円 33">
                <a:extLst>
                  <a:ext uri="{FF2B5EF4-FFF2-40B4-BE49-F238E27FC236}">
                    <a16:creationId xmlns:a16="http://schemas.microsoft.com/office/drawing/2014/main" id="{CB867CC5-6C85-ECB4-65EB-52902B1D7067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楕円 34">
                <a:extLst>
                  <a:ext uri="{FF2B5EF4-FFF2-40B4-BE49-F238E27FC236}">
                    <a16:creationId xmlns:a16="http://schemas.microsoft.com/office/drawing/2014/main" id="{D2232928-3A35-68BF-2868-79A03C5E84B6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9FBA63A9-0065-4DAD-7A40-440BB47493D9}"/>
                </a:ext>
              </a:extLst>
            </p:cNvPr>
            <p:cNvGrpSpPr/>
            <p:nvPr/>
          </p:nvGrpSpPr>
          <p:grpSpPr>
            <a:xfrm>
              <a:off x="93240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30" name="直線コネクタ 29">
                <a:extLst>
                  <a:ext uri="{FF2B5EF4-FFF2-40B4-BE49-F238E27FC236}">
                    <a16:creationId xmlns:a16="http://schemas.microsoft.com/office/drawing/2014/main" id="{28458D13-2233-A3AD-B8FE-D2D4A609E79F}"/>
                  </a:ext>
                </a:extLst>
              </p:cNvPr>
              <p:cNvCxnSpPr>
                <a:cxnSpLocks/>
                <a:stCxn id="31" idx="6"/>
                <a:endCxn id="32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楕円 30">
                <a:extLst>
                  <a:ext uri="{FF2B5EF4-FFF2-40B4-BE49-F238E27FC236}">
                    <a16:creationId xmlns:a16="http://schemas.microsoft.com/office/drawing/2014/main" id="{F3259DF3-40A3-4E1F-A8B6-2B8F16F52424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楕円 31">
                <a:extLst>
                  <a:ext uri="{FF2B5EF4-FFF2-40B4-BE49-F238E27FC236}">
                    <a16:creationId xmlns:a16="http://schemas.microsoft.com/office/drawing/2014/main" id="{4DC4D633-B3C7-7FD9-A8BC-08D89B10C201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5F4AAF66-9EB3-2F1F-A8C7-18E0A894FDF4}"/>
                </a:ext>
              </a:extLst>
            </p:cNvPr>
            <p:cNvGrpSpPr/>
            <p:nvPr/>
          </p:nvGrpSpPr>
          <p:grpSpPr>
            <a:xfrm>
              <a:off x="-1835982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6E8ED05E-0CEE-90E9-8FE8-0E5A7C59F641}"/>
                  </a:ext>
                </a:extLst>
              </p:cNvPr>
              <p:cNvCxnSpPr>
                <a:cxnSpLocks/>
                <a:stCxn id="28" idx="6"/>
                <a:endCxn id="29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116A4576-7DED-4FB7-59A5-9DC6F468FD90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5DF6E8DF-0D93-A358-BAA8-FF64F91C9579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7A86D278-1317-7EDA-44EC-C30872864199}"/>
                </a:ext>
              </a:extLst>
            </p:cNvPr>
            <p:cNvCxnSpPr>
              <a:cxnSpLocks/>
              <a:stCxn id="22" idx="6"/>
              <a:endCxn id="13" idx="2"/>
            </p:cNvCxnSpPr>
            <p:nvPr/>
          </p:nvCxnSpPr>
          <p:spPr>
            <a:xfrm>
              <a:off x="8460567" y="6042062"/>
              <a:ext cx="1278788" cy="0"/>
            </a:xfrm>
            <a:prstGeom prst="line">
              <a:avLst/>
            </a:prstGeom>
            <a:ln w="63500">
              <a:solidFill>
                <a:schemeClr val="bg1">
                  <a:lumMod val="9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CDF50C3C-834B-D912-542E-358AC6425EB1}"/>
                </a:ext>
              </a:extLst>
            </p:cNvPr>
            <p:cNvSpPr/>
            <p:nvPr/>
          </p:nvSpPr>
          <p:spPr>
            <a:xfrm>
              <a:off x="9739354" y="5716844"/>
              <a:ext cx="650436" cy="65043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41F7434D-88CC-551C-5194-15DFF0C306AD}"/>
                </a:ext>
              </a:extLst>
            </p:cNvPr>
            <p:cNvGrpSpPr/>
            <p:nvPr/>
          </p:nvGrpSpPr>
          <p:grpSpPr>
            <a:xfrm>
              <a:off x="9737051" y="5716844"/>
              <a:ext cx="2579659" cy="650436"/>
              <a:chOff x="379505" y="4358243"/>
              <a:chExt cx="3626554" cy="914400"/>
            </a:xfrm>
          </p:grpSpPr>
          <p:cxnSp>
            <p:nvCxnSpPr>
              <p:cNvPr id="24" name="直線コネクタ 23">
                <a:extLst>
                  <a:ext uri="{FF2B5EF4-FFF2-40B4-BE49-F238E27FC236}">
                    <a16:creationId xmlns:a16="http://schemas.microsoft.com/office/drawing/2014/main" id="{65AEE7D8-BC13-FFDE-D9A0-3492BA21F062}"/>
                  </a:ext>
                </a:extLst>
              </p:cNvPr>
              <p:cNvCxnSpPr>
                <a:cxnSpLocks/>
                <a:stCxn id="25" idx="6"/>
                <a:endCxn id="26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楕円 24">
                <a:extLst>
                  <a:ext uri="{FF2B5EF4-FFF2-40B4-BE49-F238E27FC236}">
                    <a16:creationId xmlns:a16="http://schemas.microsoft.com/office/drawing/2014/main" id="{0FAD7096-834C-F867-4B1C-E7DD178AE28E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6" name="楕円 25">
                <a:extLst>
                  <a:ext uri="{FF2B5EF4-FFF2-40B4-BE49-F238E27FC236}">
                    <a16:creationId xmlns:a16="http://schemas.microsoft.com/office/drawing/2014/main" id="{B5B395C5-F9D2-CDAD-DED1-6E827AAE078C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363C1100-7B2E-20B3-27CB-A15A4B393EFD}"/>
                </a:ext>
              </a:extLst>
            </p:cNvPr>
            <p:cNvSpPr txBox="1"/>
            <p:nvPr/>
          </p:nvSpPr>
          <p:spPr>
            <a:xfrm flipH="1">
              <a:off x="206635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C67108A-D928-2A5F-9E98-8AA3138231BD}"/>
                </a:ext>
              </a:extLst>
            </p:cNvPr>
            <p:cNvSpPr txBox="1"/>
            <p:nvPr/>
          </p:nvSpPr>
          <p:spPr>
            <a:xfrm flipH="1">
              <a:off x="2136068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02C84594-295C-B8A5-6075-2C7405FCDEFD}"/>
                </a:ext>
              </a:extLst>
            </p:cNvPr>
            <p:cNvSpPr txBox="1"/>
            <p:nvPr/>
          </p:nvSpPr>
          <p:spPr>
            <a:xfrm flipH="1">
              <a:off x="5994934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grpSp>
          <p:nvGrpSpPr>
            <p:cNvPr id="18" name="グループ化 17">
              <a:extLst>
                <a:ext uri="{FF2B5EF4-FFF2-40B4-BE49-F238E27FC236}">
                  <a16:creationId xmlns:a16="http://schemas.microsoft.com/office/drawing/2014/main" id="{339B00EC-CA74-5C55-2F46-5590F61ED2FA}"/>
                </a:ext>
              </a:extLst>
            </p:cNvPr>
            <p:cNvGrpSpPr/>
            <p:nvPr/>
          </p:nvGrpSpPr>
          <p:grpSpPr>
            <a:xfrm>
              <a:off x="7810131" y="5716844"/>
              <a:ext cx="650436" cy="650436"/>
              <a:chOff x="7810131" y="4669094"/>
              <a:chExt cx="650436" cy="650436"/>
            </a:xfrm>
          </p:grpSpPr>
          <p:sp>
            <p:nvSpPr>
              <p:cNvPr id="22" name="楕円 21">
                <a:extLst>
                  <a:ext uri="{FF2B5EF4-FFF2-40B4-BE49-F238E27FC236}">
                    <a16:creationId xmlns:a16="http://schemas.microsoft.com/office/drawing/2014/main" id="{ABC16A36-58AA-FE03-64A8-DCE8BD34BB3B}"/>
                  </a:ext>
                </a:extLst>
              </p:cNvPr>
              <p:cNvSpPr/>
              <p:nvPr/>
            </p:nvSpPr>
            <p:spPr>
              <a:xfrm>
                <a:off x="7810131" y="4669094"/>
                <a:ext cx="650436" cy="65043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47E7513F-AB1B-A5EC-56EF-52387AB63451}"/>
                  </a:ext>
                </a:extLst>
              </p:cNvPr>
              <p:cNvSpPr txBox="1"/>
              <p:nvPr/>
            </p:nvSpPr>
            <p:spPr>
              <a:xfrm flipH="1">
                <a:off x="7924367" y="4777481"/>
                <a:ext cx="441147" cy="400110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2000">
                    <a:solidFill>
                      <a:schemeClr val="bg1">
                        <a:lumMod val="50000"/>
                      </a:schemeClr>
                    </a:solidFill>
                    <a:effectLst/>
                    <a:latin typeface="原稿用標準書体" panose="03000503000000000000" pitchFamily="66" charset="-128"/>
                    <a:ea typeface="原稿用標準書体" panose="03000503000000000000" pitchFamily="66" charset="-128"/>
                    <a:cs typeface="叛逆明朝" panose="02000503000000000000" pitchFamily="2" charset="-128"/>
                  </a:rPr>
                  <a:t>00</a:t>
                </a:r>
                <a:endParaRPr kumimoji="1" lang="ja-JP" altLang="en-US" sz="2000" dirty="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endParaRPr>
              </a:p>
            </p:txBody>
          </p:sp>
        </p:grp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4B44B067-CCD0-53FD-DD8F-D2807BA14C01}"/>
                </a:ext>
              </a:extLst>
            </p:cNvPr>
            <p:cNvSpPr txBox="1"/>
            <p:nvPr/>
          </p:nvSpPr>
          <p:spPr>
            <a:xfrm flipH="1">
              <a:off x="9853800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83969E56-E6F1-F67A-A692-8716560417D2}"/>
                </a:ext>
              </a:extLst>
            </p:cNvPr>
            <p:cNvSpPr txBox="1"/>
            <p:nvPr/>
          </p:nvSpPr>
          <p:spPr>
            <a:xfrm flipH="1">
              <a:off x="11783232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62D4805C-02A4-CEA1-0E43-E73497BCDBB6}"/>
                </a:ext>
              </a:extLst>
            </p:cNvPr>
            <p:cNvSpPr txBox="1"/>
            <p:nvPr/>
          </p:nvSpPr>
          <p:spPr>
            <a:xfrm flipH="1">
              <a:off x="4065501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pic>
        <p:nvPicPr>
          <p:cNvPr id="3" name="図 2">
            <a:extLst>
              <a:ext uri="{FF2B5EF4-FFF2-40B4-BE49-F238E27FC236}">
                <a16:creationId xmlns:a16="http://schemas.microsoft.com/office/drawing/2014/main" id="{BA95BE05-EF29-5D30-D9B1-8897AB528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37" t="33877" r="50000" b="28571"/>
          <a:stretch>
            <a:fillRect/>
          </a:stretch>
        </p:blipFill>
        <p:spPr>
          <a:xfrm>
            <a:off x="1804739" y="3608487"/>
            <a:ext cx="3334139" cy="2575249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D5B63A3C-4820-DAEC-B4A3-DCB2C07974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37" t="33877" r="50000" b="28571"/>
          <a:stretch>
            <a:fillRect/>
          </a:stretch>
        </p:blipFill>
        <p:spPr>
          <a:xfrm>
            <a:off x="4428930" y="1596003"/>
            <a:ext cx="3334139" cy="257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7049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7D4517-7C97-6B4B-E738-2EA59C57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39DA34D-9997-95C8-CE3C-1CC469DC8ABD}"/>
              </a:ext>
            </a:extLst>
          </p:cNvPr>
          <p:cNvSpPr txBox="1"/>
          <p:nvPr/>
        </p:nvSpPr>
        <p:spPr>
          <a:xfrm>
            <a:off x="463689" y="1905506"/>
            <a:ext cx="11264622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ハコにものを詰めて</a:t>
            </a:r>
            <a:br>
              <a:rPr kumimoji="1" lang="en-US" altLang="ja-JP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観察</a:t>
            </a: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するゲーム</a:t>
            </a:r>
          </a:p>
        </p:txBody>
      </p:sp>
    </p:spTree>
    <p:extLst>
      <p:ext uri="{BB962C8B-B14F-4D97-AF65-F5344CB8AC3E}">
        <p14:creationId xmlns:p14="http://schemas.microsoft.com/office/powerpoint/2010/main" val="35060912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C00000"/>
      </a:accent1>
      <a:accent2>
        <a:srgbClr val="FFC000"/>
      </a:accent2>
      <a:accent3>
        <a:srgbClr val="00B050"/>
      </a:accent3>
      <a:accent4>
        <a:srgbClr val="00B0F0"/>
      </a:accent4>
      <a:accent5>
        <a:srgbClr val="0070C0"/>
      </a:accent5>
      <a:accent6>
        <a:srgbClr val="7030A0"/>
      </a:accent6>
      <a:hlink>
        <a:srgbClr val="92D050"/>
      </a:hlink>
      <a:folHlink>
        <a:srgbClr val="002060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1098</TotalTime>
  <Words>102</Words>
  <Application>Microsoft Office PowerPoint</Application>
  <PresentationFormat>ワイド画面</PresentationFormat>
  <Paragraphs>61</Paragraphs>
  <Slides>20</Slides>
  <Notes>10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9" baseType="lpstr">
      <vt:lpstr>07焔極太明朝</vt:lpstr>
      <vt:lpstr>クラフト明朝</vt:lpstr>
      <vt:lpstr>原稿用標準書体</vt:lpstr>
      <vt:lpstr>装甲明朝</vt:lpstr>
      <vt:lpstr>游ゴシック</vt:lpstr>
      <vt:lpstr>游ゴシック Light</vt:lpstr>
      <vt:lpstr>Arial</vt:lpstr>
      <vt:lpstr>KaitouYokokuGothic Heavy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13 player</dc:creator>
  <cp:lastModifiedBy>13 player</cp:lastModifiedBy>
  <cp:revision>4</cp:revision>
  <dcterms:created xsi:type="dcterms:W3CDTF">2026-10-13T13:33:28Z</dcterms:created>
  <dcterms:modified xsi:type="dcterms:W3CDTF">2026-10-24T14:00:46Z</dcterms:modified>
</cp:coreProperties>
</file>
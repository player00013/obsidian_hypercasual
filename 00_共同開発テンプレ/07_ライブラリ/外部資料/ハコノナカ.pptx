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6" r:id="rId3"/>
    <p:sldId id="260" r:id="rId4"/>
    <p:sldId id="264" r:id="rId5"/>
    <p:sldId id="267" r:id="rId6"/>
    <p:sldId id="292" r:id="rId7"/>
    <p:sldId id="289" r:id="rId8"/>
    <p:sldId id="295" r:id="rId9"/>
    <p:sldId id="283" r:id="rId10"/>
    <p:sldId id="294" r:id="rId11"/>
    <p:sldId id="293" r:id="rId12"/>
    <p:sldId id="291" r:id="rId13"/>
    <p:sldId id="277" r:id="rId14"/>
    <p:sldId id="278" r:id="rId15"/>
    <p:sldId id="270" r:id="rId16"/>
    <p:sldId id="279" r:id="rId17"/>
    <p:sldId id="271" r:id="rId18"/>
    <p:sldId id="272" r:id="rId19"/>
    <p:sldId id="276" r:id="rId20"/>
    <p:sldId id="269" r:id="rId21"/>
    <p:sldId id="275" r:id="rId22"/>
    <p:sldId id="274" r:id="rId23"/>
    <p:sldId id="259" r:id="rId24"/>
    <p:sldId id="290" r:id="rId25"/>
    <p:sldId id="281" r:id="rId26"/>
    <p:sldId id="285" r:id="rId27"/>
    <p:sldId id="286" r:id="rId28"/>
    <p:sldId id="268" r:id="rId29"/>
    <p:sldId id="288" r:id="rId30"/>
    <p:sldId id="287" r:id="rId31"/>
    <p:sldId id="284" r:id="rId32"/>
    <p:sldId id="258" r:id="rId33"/>
    <p:sldId id="265" r:id="rId34"/>
    <p:sldId id="257" r:id="rId35"/>
    <p:sldId id="263" r:id="rId36"/>
    <p:sldId id="261" r:id="rId3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C68E"/>
    <a:srgbClr val="B47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07E8E-384A-4F5F-8DCE-0D2F9D5FFE29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8EFD0-DF17-4699-8BA7-60BFD63B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042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720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FBB91-9D40-92E9-6B32-C47CE2CC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76FFE8-0691-D240-871C-C0EA2B620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88E4251-76CE-5B2E-EBE4-FE8B67CC7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E540D5-1F8E-06BB-BD23-5446B08A3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8248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A205-723D-DC0B-83A4-EC1409E7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354AD53-32FE-AE83-53EA-7986C4A8C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FBF5253-DA5E-3393-05EA-AF4D6C6D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65AE40-FCDC-0520-9D58-49C682F77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5324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BF3BB-7232-B1F8-0870-70D97CBFE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721CD18-01FE-8239-C74C-C7BA8BB1B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DA305E8-07C0-5153-D5DF-7AF8E50A7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0C62B8-45CF-70AB-D160-1D8241A36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4902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98D69-480D-8A6A-64BF-31A13363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9726B96-BA9B-BE91-0F8F-7B76209EC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E472723-6378-2812-D11C-7470B10E8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579953-EC25-2D13-14ED-CFB92B5A4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456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5CE2B-E0B5-3C9D-4DB4-5E78A994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2C06AA-EF2F-765B-F505-CCE92EE00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8B13F9-1585-FB3C-F21B-0F5FB5DC4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88F34D9-F058-2A25-B8F4-60474B0D4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3804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D604D-05EA-3BF5-7120-34F64D4A1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A72B7AE-9FD6-D51B-A7C3-1DF688EB7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BEFCE2D-D2E4-411D-4171-ABA00E9EA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F386A1-B1DD-1E4D-1BB7-EFA1BD4DD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933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0710D-642E-5947-E606-7C7D6A22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5DB40B8-6C3D-17D4-83D5-BC1E3D78D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7BE6064-AE80-1E77-44A7-447EE967E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CDB8AA-2C31-156D-9616-5991D1741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6715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31B8-F2AD-A166-5641-5FF6AC067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A419BB3-FB78-F73B-E217-C8F07A035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B97F57-3AAC-C533-7AD2-2EE12B01D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345D0B-36A5-2702-8457-EFA2ED36D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9015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C0EDE-04FE-C488-634A-D15F4603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1686C8B-98DA-700F-2C48-362256674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273C1EF-FCFF-84FA-DDCE-A0EE0EBCF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1FDBBC-AD42-6C1D-AD4D-A4942298D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221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1A1BB-E1A1-C3D2-B87A-A98C5154A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3EF6E6B-6C63-0C95-7073-D83AB10DE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584AC8B-80AB-3671-551C-70F90016C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85DB26-8CE5-E4D5-225C-595673E1F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420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2454-C55A-811B-47B2-047BE25E4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E2A48D4-3721-C7F5-0375-F4E0873DC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BB881A-42C9-DBEB-92EA-203E3B62B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9CEE91-CB9E-6DB4-C74A-E6D66B3D5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045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DBABC-B921-C307-0779-691F3258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9C9891D-978B-71F7-F825-1A30A9675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FF59C96-11D6-269E-F3D6-87326103A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9CB56CC-AA0F-2966-4E07-27EFD3457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9456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1FDA3-02FC-D9EF-9151-AEC2DA0FF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2920103-2034-FE7F-ED8F-AF62CE5D5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687BC33-0721-EEC1-6014-749AF1933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576509-5044-F1B9-DD9A-B9A675CA5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3827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8B0E-044C-9413-629C-E06F74B9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00D7CE1-1318-5AC7-6BF3-B44F2E3FF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E260678-4EEC-1A39-7D5D-8CF1AF899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7F4F4E-43B4-97EE-A48F-5EAAA8D2A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33659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78611-E8FF-502D-1A74-C4CCE3CB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FD68A33-DA35-ED76-E73D-58C308D92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BF6DCE0-4519-5298-D049-C4A959DB7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831879-9EF5-C010-0865-0D2913BE1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9659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113EB-06B6-7517-A6C1-12B9D234A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E2FEB5-2452-A2DF-0ABB-7123D470A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E34D4D-1529-647A-DDA1-565B02B60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DC3849-E85C-7BB7-75A5-49EB60F7F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7841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F68B7-D283-063A-3081-FA1E8A5B6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25BCC11-6F82-37BD-60B6-D4710B354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0A4FE9D-5F5A-1292-9659-6E74721FF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A2E49D-B11C-82FA-8147-CEF96B5ED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60307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F00F-2A50-56F9-AE70-F045A458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30B22E7-5662-D28C-0449-3F18551B8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7AF7322-B518-DD8D-C6FA-206AC83B3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BE80A1-DD59-8E6A-842F-B380B2512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83752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3220-72AD-39B2-5F51-7D3599B52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085AE73-6444-E7F2-2127-9C8B4C4C3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DF9A13F-5BF3-4FF4-CDE7-B5EAD09E2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D7A843-084E-272A-8315-C231D16A8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8558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9728A-1A5A-5D83-31E1-BE3EFB64A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30EACE3-68E9-85E4-754C-30A694D7E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C84F51C-4BD8-380A-490A-F59FB4E95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234375D-82E0-3F28-3F74-8E9ED22B7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3603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9799-95B2-878C-44A2-097FAE003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3F7BC45-F6D0-EC2C-D39D-CE34EE671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80DACD8-A105-1CEB-FC97-4238A16DE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C18375-C4D0-D9C4-4C5B-EAAE45A90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5844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84947-B363-A425-CFAB-ACE7F4B3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721449D-3C02-A37A-30C2-1E941F462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60D9546-6BB1-9F26-D7B8-9EA121321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BBB40D-1655-2E14-405F-4C0474816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97226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5F823-BD78-7000-FF97-F431340F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2557044-423D-8829-9589-82B81C2BC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8A87556-B417-A0EE-519A-B53634F6F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843DE3-5EA5-E013-6D88-F5CD987A1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72512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062D5-88A1-9560-401F-A98BBEDC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F0459EC-633F-18E5-DBA7-0CB464D1A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3FFEABC-CC81-3B9D-79FB-82AA31C0C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CC7453-1DCE-E0EC-19D6-AB33E3EB5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5844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ECA663-A2B2-6463-D018-01AFF7625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EFEF2FC-047C-6CDC-EA4A-FB1A1F395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76ACD0-D189-58F0-520F-42A6C06A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A03A34-6BF3-3F6F-9C6C-2787AD9C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A230C1-7AF4-B51E-CA6D-EF65F234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472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AAB7A-6C28-2606-AB57-5D6C9F46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156E67-FE59-8895-1EF6-23DE5A33D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E665C8-D377-5A1F-142A-04A8A162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B93F3D-3F11-57F0-AB80-BB010D17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05966B-B673-640E-A3FE-48E428CC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58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0636B-A0BF-76D4-8FA2-935A9E90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454EAE-3C54-AD00-63E5-CF950FFC3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D3D7BE-2DD1-7437-740F-3CFC83BC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C40B2D-0672-9762-7F81-43C2804E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BB218E-B378-DDA8-CB8A-971E83C2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67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2569DE-7C7B-B73D-545E-6F1833002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1BE34B-A27A-8D78-2A89-7C720901A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2D4200-C8AE-6E5E-80C0-1BEE425ED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CA373F-2AE6-2EFE-B61C-322F7295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26F369-CB20-6776-842A-C04C2C67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4F2C9F-1A39-416C-187D-170CB17C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66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6B55D-1EAC-5C0A-70DF-EAC76C3A6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DEB31B-323D-3EFF-C7FA-8105A649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FC4C63-0246-3ACC-325B-660CFA309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5D083F-6BEC-0C97-2F70-7BB4A80D5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60B49C-09C8-ADAF-B402-BE3C4340F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66BB543-8F6A-E9A9-E3A3-31ABF585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FB2A12B-4B9B-519E-0D10-E2B3FCF2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3FE3D4-E4A9-603E-2FE4-89C67006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81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CB45F-8E55-4921-B510-2A540953F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862ED9A-EBBC-BBD1-6F60-0EE9863F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8DB352-76D7-BB30-433E-B50BB7C7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B4468A2-FBEF-7B3F-E0F1-DD70AB75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44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334EC69-E820-C9E0-A74D-D354EC72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D554A9-F0D5-72FC-DA95-CA8F2FB0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DE8E1A-D291-95C3-BF60-17EA945B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52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4A30AD-2937-C275-D1C7-AE27510F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34CB8F-9EB3-5C19-79FF-C614BD7F3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E5C19A-2F3E-612F-B5A0-963690BBD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5F3598-56E7-CD23-C126-AE9B0C455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2B7D3A-86A7-E6F6-870D-346415AB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A9672E-DF97-AE95-2BFA-7571383F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396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A8FED9-93EF-3000-F8A6-0F4F0E1A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D252FF-1DB3-1F14-DDE3-F9A6F47E5D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D0D090-68C8-33D3-A672-33D51F3DF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E3A055-D2D8-0FDE-4162-5225CC2C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0C680A-C158-AD12-F649-7782A007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889203-7694-B7FE-3C06-4FEDA81D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91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8B90DA-7365-5D10-B0B9-B92D4FE6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7E10D4-02DE-38D8-FD1D-04B212E4C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49A997-8525-0E0D-1641-6E3B797A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B5408B-A663-CABA-6891-464080BF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C6EB77-106A-4DA5-A378-A9244A48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73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EB6FFF6-BA56-1BB3-A16B-0446F4F96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BFB989-A7C0-78E7-7BD6-A492DB00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8A30D2-DD6B-FA75-0757-AC68D7F1E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85A7A1-634E-FCCB-7AB9-01E136405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56C028-A873-1F05-9CB9-900F15C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62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73CE74-FA58-3803-6B45-5D99F0B3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0A11C0-C6AE-5A1E-353B-20E16D082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A9E26-E841-4E52-3794-E6D0AF37A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E3442-1CCD-464F-BC27-95AD45465B4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CEA847-BB67-A013-B499-6E2C484C3C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8C4788-B149-9A97-9224-A8EA5929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93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2.png"/><Relationship Id="rId1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1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6.png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1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hdphoto" Target="../media/hdphoto2.wdp"/><Relationship Id="rId5" Type="http://schemas.openxmlformats.org/officeDocument/2006/relationships/image" Target="../media/image4.png"/><Relationship Id="rId15" Type="http://schemas.openxmlformats.org/officeDocument/2006/relationships/image" Target="../media/image2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3.wdp"/><Relationship Id="rId1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6.pn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hdphoto" Target="../media/hdphoto2.wdp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8.png"/><Relationship Id="rId4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image" Target="../media/image20.png"/><Relationship Id="rId4" Type="http://schemas.microsoft.com/office/2007/relationships/hdphoto" Target="../media/hdphoto4.wdp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8.png"/><Relationship Id="rId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8.png"/><Relationship Id="rId10" Type="http://schemas.openxmlformats.org/officeDocument/2006/relationships/image" Target="../media/image10.png"/><Relationship Id="rId4" Type="http://schemas.microsoft.com/office/2007/relationships/hdphoto" Target="../media/hdphoto4.wdp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8.png"/><Relationship Id="rId4" Type="http://schemas.microsoft.com/office/2007/relationships/hdphoto" Target="../media/hdphoto4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8.png"/><Relationship Id="rId4" Type="http://schemas.microsoft.com/office/2007/relationships/hdphoto" Target="../media/hdphoto4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11" Type="http://schemas.microsoft.com/office/2007/relationships/hdphoto" Target="../media/hdphoto6.wdp"/><Relationship Id="rId5" Type="http://schemas.openxmlformats.org/officeDocument/2006/relationships/image" Target="../media/image18.png"/><Relationship Id="rId10" Type="http://schemas.openxmlformats.org/officeDocument/2006/relationships/image" Target="../media/image26.png"/><Relationship Id="rId4" Type="http://schemas.microsoft.com/office/2007/relationships/hdphoto" Target="../media/hdphoto4.wdp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5" Type="http://schemas.openxmlformats.org/officeDocument/2006/relationships/image" Target="../media/image27.png"/><Relationship Id="rId4" Type="http://schemas.microsoft.com/office/2007/relationships/hdphoto" Target="../media/hdphoto4.wdp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8.png"/><Relationship Id="rId4" Type="http://schemas.microsoft.com/office/2007/relationships/hdphoto" Target="../media/hdphoto4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microsoft.com/office/2007/relationships/hdphoto" Target="../media/hdphoto4.wdp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31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6" Type="http://schemas.microsoft.com/office/2007/relationships/hdphoto" Target="../media/hdphoto8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34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6" Type="http://schemas.microsoft.com/office/2007/relationships/hdphoto" Target="../media/hdphoto8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35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11" Type="http://schemas.openxmlformats.org/officeDocument/2006/relationships/image" Target="../media/image31.png"/><Relationship Id="rId5" Type="http://schemas.openxmlformats.org/officeDocument/2006/relationships/image" Target="../media/image18.png"/><Relationship Id="rId10" Type="http://schemas.openxmlformats.org/officeDocument/2006/relationships/image" Target="../media/image32.png"/><Relationship Id="rId4" Type="http://schemas.microsoft.com/office/2007/relationships/hdphoto" Target="../media/hdphoto4.wdp"/><Relationship Id="rId9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image" Target="../media/image20.png"/><Relationship Id="rId4" Type="http://schemas.microsoft.com/office/2007/relationships/hdphoto" Target="../media/hdphoto4.wdp"/><Relationship Id="rId9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8.png"/><Relationship Id="rId4" Type="http://schemas.microsoft.com/office/2007/relationships/hdphoto" Target="../media/hdphoto4.wdp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F3B8DD-179C-49F3-950E-A86504498A7A}"/>
              </a:ext>
            </a:extLst>
          </p:cNvPr>
          <p:cNvSpPr txBox="1"/>
          <p:nvPr/>
        </p:nvSpPr>
        <p:spPr>
          <a:xfrm>
            <a:off x="2925901" y="1773313"/>
            <a:ext cx="63401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ハコノナカ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4ECFA1-B1B5-03EC-F935-5721A3447C91}"/>
              </a:ext>
            </a:extLst>
          </p:cNvPr>
          <p:cNvSpPr txBox="1"/>
          <p:nvPr/>
        </p:nvSpPr>
        <p:spPr>
          <a:xfrm>
            <a:off x="3541453" y="3231998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アイデア</a:t>
            </a:r>
            <a:endParaRPr kumimoji="1" lang="ja-JP" altLang="en-US" sz="9600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19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AD54B-EFB5-F776-6EC4-22D7D772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A152CB-E898-4AD9-6F49-8855FFFFF898}"/>
              </a:ext>
            </a:extLst>
          </p:cNvPr>
          <p:cNvSpPr txBox="1"/>
          <p:nvPr/>
        </p:nvSpPr>
        <p:spPr>
          <a:xfrm>
            <a:off x="1079244" y="1905506"/>
            <a:ext cx="100335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ハコ</a:t>
            </a:r>
            <a:r>
              <a:rPr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を</a:t>
            </a: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開け続けて</a:t>
            </a:r>
            <a:br>
              <a:rPr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ナカミに辿り着け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5F33A9-4523-9174-2456-3EF1EBCA2168}"/>
              </a:ext>
            </a:extLst>
          </p:cNvPr>
          <p:cNvSpPr txBox="1"/>
          <p:nvPr/>
        </p:nvSpPr>
        <p:spPr>
          <a:xfrm>
            <a:off x="5439411" y="524574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概要</a:t>
            </a:r>
          </a:p>
        </p:txBody>
      </p:sp>
    </p:spTree>
    <p:extLst>
      <p:ext uri="{BB962C8B-B14F-4D97-AF65-F5344CB8AC3E}">
        <p14:creationId xmlns:p14="http://schemas.microsoft.com/office/powerpoint/2010/main" val="423480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16F26-1DAE-C4A7-9CF6-25257258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1F82B3-85A5-0B92-C463-E4FB6F11625E}"/>
              </a:ext>
            </a:extLst>
          </p:cNvPr>
          <p:cNvSpPr txBox="1"/>
          <p:nvPr/>
        </p:nvSpPr>
        <p:spPr>
          <a:xfrm>
            <a:off x="1079245" y="1905506"/>
            <a:ext cx="1003351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「お札」で</a:t>
            </a:r>
            <a:br>
              <a:rPr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フシギバコを</a:t>
            </a:r>
            <a:br>
              <a:rPr kumimoji="1"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安全に開けよう！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17887C-8093-FE73-D78B-3CDF546A0CD8}"/>
              </a:ext>
            </a:extLst>
          </p:cNvPr>
          <p:cNvSpPr txBox="1"/>
          <p:nvPr/>
        </p:nvSpPr>
        <p:spPr>
          <a:xfrm>
            <a:off x="4875154" y="52457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システム</a:t>
            </a:r>
          </a:p>
        </p:txBody>
      </p:sp>
    </p:spTree>
    <p:extLst>
      <p:ext uri="{BB962C8B-B14F-4D97-AF65-F5344CB8AC3E}">
        <p14:creationId xmlns:p14="http://schemas.microsoft.com/office/powerpoint/2010/main" val="317552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64D8E-D7B6-9716-736A-E00B1BFD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A279B0-9D47-4EEA-6F8D-38DE1E5914CE}"/>
              </a:ext>
            </a:extLst>
          </p:cNvPr>
          <p:cNvSpPr txBox="1"/>
          <p:nvPr/>
        </p:nvSpPr>
        <p:spPr>
          <a:xfrm>
            <a:off x="3182382" y="524574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届いた「フシギバコ」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70182F3-0FB2-8363-1457-F03412E14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919057" y="3610947"/>
            <a:ext cx="3553797" cy="2584580"/>
          </a:xfrm>
          <a:prstGeom prst="rect">
            <a:avLst/>
          </a:prstGeom>
          <a:ln>
            <a:noFill/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9089C62-B9E1-3EBD-2BCF-5483C5A693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4822363" y="1794588"/>
            <a:ext cx="3553797" cy="2584580"/>
          </a:xfrm>
          <a:prstGeom prst="rect">
            <a:avLst/>
          </a:prstGeom>
          <a:ln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C999496-888F-57F5-371B-A2BA5610864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8147171" y="3725519"/>
            <a:ext cx="3553797" cy="25845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05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F8338-D420-63FF-89DF-42AE4702E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BAB76D3-F412-7877-AD9C-8C96FFEFC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1464518" y="60649"/>
            <a:ext cx="9262964" cy="6736702"/>
          </a:xfrm>
          <a:prstGeom prst="rect">
            <a:avLst/>
          </a:prstGeom>
          <a:ln>
            <a:noFill/>
          </a:ln>
        </p:spPr>
      </p:pic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134B7D76-12AA-EED5-958B-9B00D00DC10F}"/>
              </a:ext>
            </a:extLst>
          </p:cNvPr>
          <p:cNvGrpSpPr/>
          <p:nvPr/>
        </p:nvGrpSpPr>
        <p:grpSpPr>
          <a:xfrm rot="765235">
            <a:off x="2362398" y="2196217"/>
            <a:ext cx="981079" cy="981079"/>
            <a:chOff x="1975681" y="3937390"/>
            <a:chExt cx="1007961" cy="100796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DAA879D-BB78-4D68-8196-FA3938CA6545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16255064-E561-129B-E3BF-690140028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pic>
        <p:nvPicPr>
          <p:cNvPr id="65" name="図 64">
            <a:extLst>
              <a:ext uri="{FF2B5EF4-FFF2-40B4-BE49-F238E27FC236}">
                <a16:creationId xmlns:a16="http://schemas.microsoft.com/office/drawing/2014/main" id="{EBEA578C-97A7-50D7-FF9C-42012EA99F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7782982" y="513193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4EE34E22-3D3C-B5DC-D5E9-C30E404259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6884974" y="656445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DA43FF2A-37CE-52F2-6BBB-E9D1CD75EB00}"/>
              </a:ext>
            </a:extLst>
          </p:cNvPr>
          <p:cNvGrpSpPr/>
          <p:nvPr/>
        </p:nvGrpSpPr>
        <p:grpSpPr>
          <a:xfrm>
            <a:off x="3025354" y="728994"/>
            <a:ext cx="1949467" cy="1171847"/>
            <a:chOff x="3023749" y="662966"/>
            <a:chExt cx="2094815" cy="1259217"/>
          </a:xfrm>
        </p:grpSpPr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42EB3D22-3892-419E-EFA4-76E097E33E75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05D25211-93D5-93FA-DE8B-9BB1D15EB8B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1" name="図 70">
                <a:extLst>
                  <a:ext uri="{FF2B5EF4-FFF2-40B4-BE49-F238E27FC236}">
                    <a16:creationId xmlns:a16="http://schemas.microsoft.com/office/drawing/2014/main" id="{F34F7654-5325-3B1A-1AE5-1BE11FEC91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4" name="グループ化 73">
              <a:extLst>
                <a:ext uri="{FF2B5EF4-FFF2-40B4-BE49-F238E27FC236}">
                  <a16:creationId xmlns:a16="http://schemas.microsoft.com/office/drawing/2014/main" id="{5CAF4A51-EA51-08C4-244C-F1E8F059B652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8E80BF9F-9FB1-0FDC-DB6A-3449E10E5EA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6" name="図 75">
                <a:extLst>
                  <a:ext uri="{FF2B5EF4-FFF2-40B4-BE49-F238E27FC236}">
                    <a16:creationId xmlns:a16="http://schemas.microsoft.com/office/drawing/2014/main" id="{DCE0F388-F4F1-DD0F-33C7-1D4D2F1564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0817E77F-EF35-B497-40A2-9073794798D1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E88A2B5F-6840-9C33-1BD4-50BF67BE025B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9" name="図 78">
                <a:extLst>
                  <a:ext uri="{FF2B5EF4-FFF2-40B4-BE49-F238E27FC236}">
                    <a16:creationId xmlns:a16="http://schemas.microsoft.com/office/drawing/2014/main" id="{E9C8DBC1-4CFC-1E18-BDFC-C73385D8C1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850A050C-4874-A5FB-52EA-E4789F37E0BD}"/>
              </a:ext>
            </a:extLst>
          </p:cNvPr>
          <p:cNvGrpSpPr/>
          <p:nvPr/>
        </p:nvGrpSpPr>
        <p:grpSpPr>
          <a:xfrm>
            <a:off x="4234689" y="2585292"/>
            <a:ext cx="5121404" cy="3381214"/>
            <a:chOff x="4234689" y="2585292"/>
            <a:chExt cx="5121404" cy="3381214"/>
          </a:xfrm>
        </p:grpSpPr>
        <p:pic>
          <p:nvPicPr>
            <p:cNvPr id="63" name="図 62">
              <a:extLst>
                <a:ext uri="{FF2B5EF4-FFF2-40B4-BE49-F238E27FC236}">
                  <a16:creationId xmlns:a16="http://schemas.microsoft.com/office/drawing/2014/main" id="{A0CF4F2C-9F26-01C8-F217-61C1D974D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6140" y="2993485"/>
              <a:ext cx="3949953" cy="2962465"/>
            </a:xfrm>
            <a:prstGeom prst="rect">
              <a:avLst/>
            </a:prstGeom>
          </p:spPr>
        </p:pic>
        <p:pic>
          <p:nvPicPr>
            <p:cNvPr id="81" name="図 80">
              <a:extLst>
                <a:ext uri="{FF2B5EF4-FFF2-40B4-BE49-F238E27FC236}">
                  <a16:creationId xmlns:a16="http://schemas.microsoft.com/office/drawing/2014/main" id="{D69C6716-771F-7071-0BC7-DB02AB6CB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4327025">
              <a:off x="4383778" y="2585292"/>
              <a:ext cx="2521775" cy="2521776"/>
            </a:xfrm>
            <a:prstGeom prst="rect">
              <a:avLst/>
            </a:prstGeom>
          </p:spPr>
        </p:pic>
        <p:pic>
          <p:nvPicPr>
            <p:cNvPr id="83" name="図 82">
              <a:extLst>
                <a:ext uri="{FF2B5EF4-FFF2-40B4-BE49-F238E27FC236}">
                  <a16:creationId xmlns:a16="http://schemas.microsoft.com/office/drawing/2014/main" id="{C881D758-86AC-BBA3-DDEE-0F1C584D8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272975" flipV="1">
              <a:off x="4234689" y="3444731"/>
              <a:ext cx="2521775" cy="2521776"/>
            </a:xfrm>
            <a:prstGeom prst="rect">
              <a:avLst/>
            </a:prstGeom>
          </p:spPr>
        </p:pic>
      </p:grpSp>
      <p:pic>
        <p:nvPicPr>
          <p:cNvPr id="85" name="図 84">
            <a:extLst>
              <a:ext uri="{FF2B5EF4-FFF2-40B4-BE49-F238E27FC236}">
                <a16:creationId xmlns:a16="http://schemas.microsoft.com/office/drawing/2014/main" id="{FC137874-22A0-5CE2-B31B-0C8F994D9ED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76" b="73329"/>
          <a:stretch>
            <a:fillRect/>
          </a:stretch>
        </p:blipFill>
        <p:spPr>
          <a:xfrm flipH="1">
            <a:off x="2171444" y="4777957"/>
            <a:ext cx="1084689" cy="1022256"/>
          </a:xfrm>
          <a:prstGeom prst="rect">
            <a:avLst/>
          </a:prstGeom>
        </p:spPr>
      </p:pic>
      <p:pic>
        <p:nvPicPr>
          <p:cNvPr id="87" name="図 86">
            <a:extLst>
              <a:ext uri="{FF2B5EF4-FFF2-40B4-BE49-F238E27FC236}">
                <a16:creationId xmlns:a16="http://schemas.microsoft.com/office/drawing/2014/main" id="{768F25E5-A286-0F5A-2EFB-61F4A45BE64C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84" b="51116"/>
          <a:stretch>
            <a:fillRect/>
          </a:stretch>
        </p:blipFill>
        <p:spPr>
          <a:xfrm rot="3584158">
            <a:off x="4046560" y="2142190"/>
            <a:ext cx="1218350" cy="1659523"/>
          </a:xfrm>
          <a:prstGeom prst="rect">
            <a:avLst/>
          </a:prstGeom>
        </p:spPr>
      </p:pic>
      <p:pic>
        <p:nvPicPr>
          <p:cNvPr id="89" name="図 88">
            <a:extLst>
              <a:ext uri="{FF2B5EF4-FFF2-40B4-BE49-F238E27FC236}">
                <a16:creationId xmlns:a16="http://schemas.microsoft.com/office/drawing/2014/main" id="{72C1FDCC-9BA5-1FD2-F364-B73CD37A034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5060" r="64244" b="52313"/>
          <a:stretch>
            <a:fillRect/>
          </a:stretch>
        </p:blipFill>
        <p:spPr>
          <a:xfrm>
            <a:off x="6003479" y="2242919"/>
            <a:ext cx="1160117" cy="1088995"/>
          </a:xfrm>
          <a:prstGeom prst="rect">
            <a:avLst/>
          </a:prstGeom>
        </p:spPr>
      </p:pic>
      <p:pic>
        <p:nvPicPr>
          <p:cNvPr id="91" name="図 90">
            <a:extLst>
              <a:ext uri="{FF2B5EF4-FFF2-40B4-BE49-F238E27FC236}">
                <a16:creationId xmlns:a16="http://schemas.microsoft.com/office/drawing/2014/main" id="{217012F2-2BDB-81B8-6D7B-9BEE1BA1D69D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" t="46413" r="73548" b="4703"/>
          <a:stretch>
            <a:fillRect/>
          </a:stretch>
        </p:blipFill>
        <p:spPr>
          <a:xfrm>
            <a:off x="3256133" y="3948196"/>
            <a:ext cx="1107219" cy="1659523"/>
          </a:xfrm>
          <a:prstGeom prst="rect">
            <a:avLst/>
          </a:prstGeom>
        </p:spPr>
      </p:pic>
      <p:pic>
        <p:nvPicPr>
          <p:cNvPr id="93" name="図 92">
            <a:extLst>
              <a:ext uri="{FF2B5EF4-FFF2-40B4-BE49-F238E27FC236}">
                <a16:creationId xmlns:a16="http://schemas.microsoft.com/office/drawing/2014/main" id="{A4BB70B7-B370-892C-09D5-18FC5E43A8D3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65" t="72213" r="29868" b="1551"/>
          <a:stretch>
            <a:fillRect/>
          </a:stretch>
        </p:blipFill>
        <p:spPr>
          <a:xfrm flipH="1">
            <a:off x="2260655" y="3584513"/>
            <a:ext cx="1184566" cy="785677"/>
          </a:xfrm>
          <a:prstGeom prst="rect">
            <a:avLst/>
          </a:prstGeom>
        </p:spPr>
      </p:pic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079FF349-B4F0-BC95-C49C-FA9698BFCA42}"/>
              </a:ext>
            </a:extLst>
          </p:cNvPr>
          <p:cNvSpPr/>
          <p:nvPr/>
        </p:nvSpPr>
        <p:spPr>
          <a:xfrm rot="21181824">
            <a:off x="7379328" y="2159900"/>
            <a:ext cx="890013" cy="8900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87A6EC2-CE32-7E5D-EC42-A9B43462B041}"/>
              </a:ext>
            </a:extLst>
          </p:cNvPr>
          <p:cNvSpPr txBox="1"/>
          <p:nvPr/>
        </p:nvSpPr>
        <p:spPr>
          <a:xfrm rot="820248">
            <a:off x="2398108" y="3042021"/>
            <a:ext cx="647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Lv</a:t>
            </a:r>
            <a:r>
              <a:rPr kumimoji="1" lang="en-US" altLang="ja-JP" sz="20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5</a:t>
            </a:r>
            <a:endParaRPr kumimoji="1" lang="ja-JP" altLang="en-US" sz="2000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20401D5-DAE1-7E42-AC9A-EAF7535201F4}"/>
              </a:ext>
            </a:extLst>
          </p:cNvPr>
          <p:cNvSpPr txBox="1"/>
          <p:nvPr/>
        </p:nvSpPr>
        <p:spPr>
          <a:xfrm rot="21164996" flipH="1">
            <a:off x="7641741" y="2990914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Lv</a:t>
            </a:r>
            <a:r>
              <a:rPr kumimoji="1" lang="en-US" altLang="ja-JP" sz="20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1</a:t>
            </a:r>
            <a:endParaRPr kumimoji="1" lang="ja-JP" altLang="en-US" sz="2000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43BB7D1-1E8D-DC61-C1A9-1D3EEDEBD399}"/>
              </a:ext>
            </a:extLst>
          </p:cNvPr>
          <p:cNvSpPr/>
          <p:nvPr/>
        </p:nvSpPr>
        <p:spPr>
          <a:xfrm rot="21181824">
            <a:off x="7383832" y="2194449"/>
            <a:ext cx="351913" cy="890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9" name="図 98">
            <a:extLst>
              <a:ext uri="{FF2B5EF4-FFF2-40B4-BE49-F238E27FC236}">
                <a16:creationId xmlns:a16="http://schemas.microsoft.com/office/drawing/2014/main" id="{28345976-E9DB-3ED9-06AB-06EE8E9E1B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360" y="2223240"/>
            <a:ext cx="770245" cy="770245"/>
          </a:xfrm>
          <a:prstGeom prst="rect">
            <a:avLst/>
          </a:prstGeom>
        </p:spPr>
      </p:pic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70C4657F-46B3-8711-C17E-6E928573C2B7}"/>
              </a:ext>
            </a:extLst>
          </p:cNvPr>
          <p:cNvGrpSpPr/>
          <p:nvPr/>
        </p:nvGrpSpPr>
        <p:grpSpPr>
          <a:xfrm>
            <a:off x="4678128" y="694981"/>
            <a:ext cx="2094815" cy="1259217"/>
            <a:chOff x="3023749" y="662966"/>
            <a:chExt cx="2094815" cy="1259217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95CA6C0A-5835-B7AA-A8D5-336528D26B3F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8EB45918-EB7F-4804-6C9F-A4DDDA7412FA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5" name="図 54">
                <a:extLst>
                  <a:ext uri="{FF2B5EF4-FFF2-40B4-BE49-F238E27FC236}">
                    <a16:creationId xmlns:a16="http://schemas.microsoft.com/office/drawing/2014/main" id="{79298654-19A6-D1A9-29C7-86F9A19D43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4E765FA4-6881-62D1-02EC-D171C6A0E783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86D9A68B-61F0-281F-1C46-5762E8BE6A45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C75E5E2F-25F7-C344-6B78-C782774FA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AF9F5C26-641C-781D-716D-F377904FE172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85538862-1E8C-780F-F770-D4A6CBF6C81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BA58BAC5-EF85-E83D-6C35-3E47F03B30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pic>
        <p:nvPicPr>
          <p:cNvPr id="57" name="図 56">
            <a:extLst>
              <a:ext uri="{FF2B5EF4-FFF2-40B4-BE49-F238E27FC236}">
                <a16:creationId xmlns:a16="http://schemas.microsoft.com/office/drawing/2014/main" id="{A98B38D6-6524-834D-7F6C-1398C8A434A5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062" y="2903805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F861DC86-2F05-C4AC-0DFE-989579CC758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405" y="2290949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E049C02D-54F0-BFAD-1556-50F6D113281D}"/>
              </a:ext>
            </a:extLst>
          </p:cNvPr>
          <p:cNvGrpSpPr/>
          <p:nvPr/>
        </p:nvGrpSpPr>
        <p:grpSpPr>
          <a:xfrm>
            <a:off x="9710025" y="1519117"/>
            <a:ext cx="619063" cy="619063"/>
            <a:chOff x="10799110" y="4679387"/>
            <a:chExt cx="833139" cy="833139"/>
          </a:xfrm>
          <a:scene3d>
            <a:camera prst="isometricOffAxis2Right"/>
            <a:lightRig rig="threePt" dir="t"/>
          </a:scene3d>
        </p:grpSpPr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6882E3D2-6D7B-A3A5-E01C-8F7E914D3EF7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E7114965-48D0-0AB9-561D-B368AC264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1B2327ED-4143-B81E-6A22-980B37231D3C}"/>
              </a:ext>
            </a:extLst>
          </p:cNvPr>
          <p:cNvSpPr/>
          <p:nvPr/>
        </p:nvSpPr>
        <p:spPr>
          <a:xfrm>
            <a:off x="1971161" y="1894957"/>
            <a:ext cx="6610297" cy="4206569"/>
          </a:xfrm>
          <a:prstGeom prst="rect">
            <a:avLst/>
          </a:prstGeom>
          <a:noFill/>
          <a:ln w="25400">
            <a:solidFill>
              <a:schemeClr val="bg1">
                <a:lumMod val="95000"/>
              </a:schemeClr>
            </a:solidFill>
          </a:ln>
          <a:effectLst>
            <a:glow rad="63500">
              <a:schemeClr val="bg1">
                <a:lumMod val="9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2" name="図 71">
            <a:extLst>
              <a:ext uri="{FF2B5EF4-FFF2-40B4-BE49-F238E27FC236}">
                <a16:creationId xmlns:a16="http://schemas.microsoft.com/office/drawing/2014/main" id="{3186EBC9-F614-CCC8-4C03-59837517190B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8899935" y="3444290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4D60F338-02FE-FEB8-9776-C2818695174E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9098959" y="2842099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97" name="図 96">
            <a:extLst>
              <a:ext uri="{FF2B5EF4-FFF2-40B4-BE49-F238E27FC236}">
                <a16:creationId xmlns:a16="http://schemas.microsoft.com/office/drawing/2014/main" id="{3D450078-C802-2420-757A-0EB450A75E0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278916" y="3393420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0" name="図 99">
            <a:extLst>
              <a:ext uri="{FF2B5EF4-FFF2-40B4-BE49-F238E27FC236}">
                <a16:creationId xmlns:a16="http://schemas.microsoft.com/office/drawing/2014/main" id="{E48CA69E-F332-ED6E-1034-19234B2C555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15851" y="2752853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4" name="図 103">
            <a:extLst>
              <a:ext uri="{FF2B5EF4-FFF2-40B4-BE49-F238E27FC236}">
                <a16:creationId xmlns:a16="http://schemas.microsoft.com/office/drawing/2014/main" id="{533F8406-7406-6ACD-6A8D-B6589CE960A3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222463" flipH="1">
            <a:off x="8892013" y="2510052"/>
            <a:ext cx="1131336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596B6E5F-54B1-4164-B048-775D9F2B1D7B}"/>
              </a:ext>
            </a:extLst>
          </p:cNvPr>
          <p:cNvGrpSpPr/>
          <p:nvPr/>
        </p:nvGrpSpPr>
        <p:grpSpPr>
          <a:xfrm>
            <a:off x="8406652" y="3844873"/>
            <a:ext cx="1622950" cy="1263401"/>
            <a:chOff x="8406652" y="3844873"/>
            <a:chExt cx="1622950" cy="1263401"/>
          </a:xfrm>
        </p:grpSpPr>
        <p:pic>
          <p:nvPicPr>
            <p:cNvPr id="94" name="図 93">
              <a:extLst>
                <a:ext uri="{FF2B5EF4-FFF2-40B4-BE49-F238E27FC236}">
                  <a16:creationId xmlns:a16="http://schemas.microsoft.com/office/drawing/2014/main" id="{A59F9A25-C4BB-356E-239F-5594971F2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384" t="72502"/>
            <a:stretch>
              <a:fillRect/>
            </a:stretch>
          </p:blipFill>
          <p:spPr>
            <a:xfrm flipH="1">
              <a:off x="8406652" y="4106261"/>
              <a:ext cx="1293184" cy="1002013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6" name="図 105">
              <a:extLst>
                <a:ext uri="{FF2B5EF4-FFF2-40B4-BE49-F238E27FC236}">
                  <a16:creationId xmlns:a16="http://schemas.microsoft.com/office/drawing/2014/main" id="{4DD910BB-6AB5-8266-A75D-B6568AFE5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721"/>
            <a:stretch>
              <a:fillRect/>
            </a:stretch>
          </p:blipFill>
          <p:spPr>
            <a:xfrm rot="20420475" flipH="1">
              <a:off x="8812109" y="3844873"/>
              <a:ext cx="1217493" cy="110656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</p:grpSp>
      <p:pic>
        <p:nvPicPr>
          <p:cNvPr id="108" name="図 107">
            <a:extLst>
              <a:ext uri="{FF2B5EF4-FFF2-40B4-BE49-F238E27FC236}">
                <a16:creationId xmlns:a16="http://schemas.microsoft.com/office/drawing/2014/main" id="{8BE1A22C-66DF-29EC-9C6C-0CB20EC4C1BD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739536" y="3259839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64BD4BCA-83C4-400C-94A9-2B5DB31C7370}"/>
              </a:ext>
            </a:extLst>
          </p:cNvPr>
          <p:cNvGrpSpPr/>
          <p:nvPr/>
        </p:nvGrpSpPr>
        <p:grpSpPr>
          <a:xfrm>
            <a:off x="8559947" y="1949661"/>
            <a:ext cx="754362" cy="1010384"/>
            <a:chOff x="540604" y="2929405"/>
            <a:chExt cx="826175" cy="1106569"/>
          </a:xfrm>
          <a:scene3d>
            <a:camera prst="isometricOffAxis2Right"/>
            <a:lightRig rig="threePt" dir="t"/>
          </a:scene3d>
        </p:grpSpPr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238DB54D-DEC8-7D7A-653D-4C96D6BC6E4F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2" name="図 111">
              <a:extLst>
                <a:ext uri="{FF2B5EF4-FFF2-40B4-BE49-F238E27FC236}">
                  <a16:creationId xmlns:a16="http://schemas.microsoft.com/office/drawing/2014/main" id="{DD08336B-64DD-9BA8-6858-029A2A717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4272DAA-A2B7-1E58-51E0-3FA5BF8C1391}"/>
              </a:ext>
            </a:extLst>
          </p:cNvPr>
          <p:cNvSpPr/>
          <p:nvPr/>
        </p:nvSpPr>
        <p:spPr>
          <a:xfrm>
            <a:off x="384003" y="1671663"/>
            <a:ext cx="1182204" cy="4300641"/>
          </a:xfrm>
          <a:prstGeom prst="round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441CC42-C1AA-2B08-F600-2F490E16AB05}"/>
              </a:ext>
            </a:extLst>
          </p:cNvPr>
          <p:cNvGrpSpPr/>
          <p:nvPr/>
        </p:nvGrpSpPr>
        <p:grpSpPr>
          <a:xfrm>
            <a:off x="546946" y="2378594"/>
            <a:ext cx="856317" cy="856317"/>
            <a:chOff x="541643" y="1343511"/>
            <a:chExt cx="856317" cy="856317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30AE6867-47BD-FFA4-7EE0-405C0B1A1284}"/>
                </a:ext>
              </a:extLst>
            </p:cNvPr>
            <p:cNvGrpSpPr/>
            <p:nvPr/>
          </p:nvGrpSpPr>
          <p:grpSpPr>
            <a:xfrm rot="765235">
              <a:off x="541643" y="1343511"/>
              <a:ext cx="856317" cy="856317"/>
              <a:chOff x="1975681" y="3937390"/>
              <a:chExt cx="1007961" cy="1007961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C1656FEB-E9C7-A3C6-ABBF-F4049B770335}"/>
                  </a:ext>
                </a:extLst>
              </p:cNvPr>
              <p:cNvSpPr/>
              <p:nvPr/>
            </p:nvSpPr>
            <p:spPr>
              <a:xfrm>
                <a:off x="2022462" y="3984171"/>
                <a:ext cx="914400" cy="91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" name="図 5">
                <a:extLst>
                  <a:ext uri="{FF2B5EF4-FFF2-40B4-BE49-F238E27FC236}">
                    <a16:creationId xmlns:a16="http://schemas.microsoft.com/office/drawing/2014/main" id="{87C64E73-0D17-51BF-7F33-F3CA9925AE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75681" y="3937390"/>
                <a:ext cx="1007961" cy="1007961"/>
              </a:xfrm>
              <a:prstGeom prst="rect">
                <a:avLst/>
              </a:prstGeom>
            </p:spPr>
          </p:pic>
        </p:grp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B06DD4B5-608A-E13A-EB81-CEA519E0D6AA}"/>
                </a:ext>
              </a:extLst>
            </p:cNvPr>
            <p:cNvSpPr/>
            <p:nvPr/>
          </p:nvSpPr>
          <p:spPr>
            <a:xfrm rot="803638" flipH="1">
              <a:off x="581640" y="1389307"/>
              <a:ext cx="771016" cy="771016"/>
            </a:xfrm>
            <a:prstGeom prst="rect">
              <a:avLst/>
            </a:prstGeom>
            <a:solidFill>
              <a:schemeClr val="tx1">
                <a:lumMod val="75000"/>
                <a:lumOff val="2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10</a:t>
              </a:r>
              <a:r>
                <a:rPr kumimoji="1" lang="en-US" altLang="ja-JP"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s</a:t>
              </a:r>
              <a:endParaRPr kumimoji="1" lang="ja-JP" altLang="en-US">
                <a:latin typeface="クラフト明朝" panose="02000700000000000000" pitchFamily="50" charset="-128"/>
                <a:ea typeface="クラフト明朝" panose="02000700000000000000" pitchFamily="50" charset="-128"/>
              </a:endParaRPr>
            </a:p>
          </p:txBody>
        </p:sp>
      </p:grpSp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29229D18-8927-0C6E-1781-D3245A16A1ED}"/>
              </a:ext>
            </a:extLst>
          </p:cNvPr>
          <p:cNvGrpSpPr/>
          <p:nvPr/>
        </p:nvGrpSpPr>
        <p:grpSpPr>
          <a:xfrm>
            <a:off x="562017" y="3562133"/>
            <a:ext cx="826175" cy="776984"/>
            <a:chOff x="552228" y="3060843"/>
            <a:chExt cx="826175" cy="776984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5A75DB60-C398-B93D-4B31-32A8DE6D31C7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6" name="図 85">
              <a:extLst>
                <a:ext uri="{FF2B5EF4-FFF2-40B4-BE49-F238E27FC236}">
                  <a16:creationId xmlns:a16="http://schemas.microsoft.com/office/drawing/2014/main" id="{C3831195-87F9-E0CA-F640-DEA273232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740" r="47218" b="19891"/>
            <a:stretch>
              <a:fillRect/>
            </a:stretch>
          </p:blipFill>
          <p:spPr>
            <a:xfrm rot="896244">
              <a:off x="552228" y="3060843"/>
              <a:ext cx="826175" cy="756543"/>
            </a:xfrm>
            <a:prstGeom prst="rect">
              <a:avLst/>
            </a:prstGeom>
          </p:spPr>
        </p:pic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E6D5186-5CEB-BEBE-C1A1-C34DD27927B3}"/>
              </a:ext>
            </a:extLst>
          </p:cNvPr>
          <p:cNvGrpSpPr/>
          <p:nvPr/>
        </p:nvGrpSpPr>
        <p:grpSpPr>
          <a:xfrm>
            <a:off x="586688" y="4666340"/>
            <a:ext cx="776832" cy="776832"/>
            <a:chOff x="581386" y="4738737"/>
            <a:chExt cx="776832" cy="776832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CE1D78C7-6770-F765-9924-89536B947956}"/>
                </a:ext>
              </a:extLst>
            </p:cNvPr>
            <p:cNvSpPr/>
            <p:nvPr/>
          </p:nvSpPr>
          <p:spPr>
            <a:xfrm rot="765235">
              <a:off x="581386" y="4738737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0" name="図 89">
              <a:extLst>
                <a:ext uri="{FF2B5EF4-FFF2-40B4-BE49-F238E27FC236}">
                  <a16:creationId xmlns:a16="http://schemas.microsoft.com/office/drawing/2014/main" id="{1681D7BD-956A-B38A-143B-02E7D837A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26517">
              <a:off x="744895" y="4902609"/>
              <a:ext cx="486411" cy="486411"/>
            </a:xfrm>
            <a:prstGeom prst="rect">
              <a:avLst/>
            </a:prstGeom>
          </p:spPr>
        </p:pic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A28F3427-9106-E49A-F599-51B2FADEF464}"/>
              </a:ext>
            </a:extLst>
          </p:cNvPr>
          <p:cNvGrpSpPr/>
          <p:nvPr/>
        </p:nvGrpSpPr>
        <p:grpSpPr>
          <a:xfrm>
            <a:off x="384002" y="885696"/>
            <a:ext cx="1182205" cy="1182205"/>
            <a:chOff x="384002" y="885696"/>
            <a:chExt cx="1182205" cy="1182205"/>
          </a:xfrm>
        </p:grpSpPr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111C8753-9F2F-8621-18F7-E4CEC0DC5B29}"/>
                </a:ext>
              </a:extLst>
            </p:cNvPr>
            <p:cNvSpPr/>
            <p:nvPr/>
          </p:nvSpPr>
          <p:spPr>
            <a:xfrm>
              <a:off x="384002" y="885696"/>
              <a:ext cx="1182205" cy="1182205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月 18">
              <a:extLst>
                <a:ext uri="{FF2B5EF4-FFF2-40B4-BE49-F238E27FC236}">
                  <a16:creationId xmlns:a16="http://schemas.microsoft.com/office/drawing/2014/main" id="{7BD95B49-E7A1-9BEC-3CE8-C38B8B24D060}"/>
                </a:ext>
              </a:extLst>
            </p:cNvPr>
            <p:cNvSpPr/>
            <p:nvPr/>
          </p:nvSpPr>
          <p:spPr>
            <a:xfrm rot="16200000">
              <a:off x="830637" y="1222538"/>
              <a:ext cx="288935" cy="808587"/>
            </a:xfrm>
            <a:prstGeom prst="moon">
              <a:avLst>
                <a:gd name="adj" fmla="val 2150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二等辺三角形 19">
              <a:extLst>
                <a:ext uri="{FF2B5EF4-FFF2-40B4-BE49-F238E27FC236}">
                  <a16:creationId xmlns:a16="http://schemas.microsoft.com/office/drawing/2014/main" id="{DFDF9AEA-3515-C272-9390-22E320E7779E}"/>
                </a:ext>
              </a:extLst>
            </p:cNvPr>
            <p:cNvSpPr/>
            <p:nvPr/>
          </p:nvSpPr>
          <p:spPr>
            <a:xfrm>
              <a:off x="730256" y="1182297"/>
              <a:ext cx="489694" cy="537176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2448F74-822C-2323-F872-6F0BCDCB39C8}"/>
              </a:ext>
            </a:extLst>
          </p:cNvPr>
          <p:cNvSpPr/>
          <p:nvPr/>
        </p:nvSpPr>
        <p:spPr>
          <a:xfrm>
            <a:off x="10631308" y="1671663"/>
            <a:ext cx="1182204" cy="4300641"/>
          </a:xfrm>
          <a:prstGeom prst="round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75639F5-D07F-81ED-4C34-8EF8DD401553}"/>
              </a:ext>
            </a:extLst>
          </p:cNvPr>
          <p:cNvGrpSpPr/>
          <p:nvPr/>
        </p:nvGrpSpPr>
        <p:grpSpPr>
          <a:xfrm>
            <a:off x="10788085" y="2300903"/>
            <a:ext cx="833139" cy="833139"/>
            <a:chOff x="7462825" y="2159900"/>
            <a:chExt cx="890013" cy="890013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52173F5-AA26-A94A-5686-6D90879FDCCB}"/>
                </a:ext>
              </a:extLst>
            </p:cNvPr>
            <p:cNvSpPr/>
            <p:nvPr/>
          </p:nvSpPr>
          <p:spPr>
            <a:xfrm rot="21181824">
              <a:off x="7462825" y="2159900"/>
              <a:ext cx="890013" cy="8900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86549901-09BA-FC6E-D4EB-ECC3B7140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857" y="2223240"/>
              <a:ext cx="770245" cy="770245"/>
            </a:xfrm>
            <a:prstGeom prst="rect">
              <a:avLst/>
            </a:prstGeom>
          </p:spPr>
        </p:pic>
      </p:grp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F1409C9-4264-02CE-07CC-065CAD1C46D7}"/>
              </a:ext>
            </a:extLst>
          </p:cNvPr>
          <p:cNvSpPr/>
          <p:nvPr/>
        </p:nvSpPr>
        <p:spPr>
          <a:xfrm rot="21181824">
            <a:off x="10792672" y="2304845"/>
            <a:ext cx="833139" cy="833139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6</a:t>
            </a:r>
            <a:r>
              <a:rPr kumimoji="1"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0s</a:t>
            </a:r>
            <a:endParaRPr kumimoji="1" lang="ja-JP" altLang="en-US">
              <a:latin typeface="07焔極太明朝" panose="02000600000000000000" pitchFamily="50" charset="-128"/>
              <a:ea typeface="07焔極太明朝" panose="02000600000000000000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0B97E54-9C88-859E-CC38-A5E90B7F554F}"/>
              </a:ext>
            </a:extLst>
          </p:cNvPr>
          <p:cNvSpPr/>
          <p:nvPr/>
        </p:nvSpPr>
        <p:spPr>
          <a:xfrm rot="21181824">
            <a:off x="10799110" y="3482621"/>
            <a:ext cx="833139" cy="8331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5A2DCB12-976E-FCAB-222A-233B0F23EBC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16" y="3562190"/>
            <a:ext cx="898665" cy="673999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8EC473D-376E-6846-D735-91C6EDB3F083}"/>
              </a:ext>
            </a:extLst>
          </p:cNvPr>
          <p:cNvSpPr/>
          <p:nvPr/>
        </p:nvSpPr>
        <p:spPr>
          <a:xfrm rot="21181824">
            <a:off x="10790379" y="4660396"/>
            <a:ext cx="833139" cy="8331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0" name="図 39">
            <a:extLst>
              <a:ext uri="{FF2B5EF4-FFF2-40B4-BE49-F238E27FC236}">
                <a16:creationId xmlns:a16="http://schemas.microsoft.com/office/drawing/2014/main" id="{AE60CAC3-53FF-2B68-A9AC-C97CCEB639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10847175" y="4807136"/>
            <a:ext cx="719546" cy="539659"/>
          </a:xfrm>
          <a:prstGeom prst="rect">
            <a:avLst/>
          </a:prstGeom>
        </p:spPr>
      </p:pic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4D05257B-4B8A-5E61-E569-069D900B6B15}"/>
              </a:ext>
            </a:extLst>
          </p:cNvPr>
          <p:cNvGrpSpPr/>
          <p:nvPr/>
        </p:nvGrpSpPr>
        <p:grpSpPr>
          <a:xfrm>
            <a:off x="10631307" y="885696"/>
            <a:ext cx="1182205" cy="1182205"/>
            <a:chOff x="10631307" y="885696"/>
            <a:chExt cx="1182205" cy="1182205"/>
          </a:xfrm>
        </p:grpSpPr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73A749FA-64A0-892D-836E-43571541D3C7}"/>
                </a:ext>
              </a:extLst>
            </p:cNvPr>
            <p:cNvSpPr/>
            <p:nvPr/>
          </p:nvSpPr>
          <p:spPr>
            <a:xfrm>
              <a:off x="10631307" y="885696"/>
              <a:ext cx="1182205" cy="1182205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B443734F-0F18-B541-87D9-A44C4D407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3359" y="1101720"/>
              <a:ext cx="738481" cy="786333"/>
            </a:xfrm>
            <a:prstGeom prst="rect">
              <a:avLst/>
            </a:prstGeom>
            <a:scene3d>
              <a:camera prst="perspectiveLeft" fov="1200000">
                <a:rot lat="0" lon="600000" rev="0"/>
              </a:camera>
              <a:lightRig rig="threePt" dir="t"/>
            </a:scene3d>
          </p:spPr>
        </p:pic>
      </p:grpSp>
    </p:spTree>
    <p:extLst>
      <p:ext uri="{BB962C8B-B14F-4D97-AF65-F5344CB8AC3E}">
        <p14:creationId xmlns:p14="http://schemas.microsoft.com/office/powerpoint/2010/main" val="293620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D50D2-A95A-4462-7058-30AD8C1A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B8252B2D-AF76-5E27-D1FA-144C362C67C5}"/>
              </a:ext>
            </a:extLst>
          </p:cNvPr>
          <p:cNvGrpSpPr/>
          <p:nvPr/>
        </p:nvGrpSpPr>
        <p:grpSpPr>
          <a:xfrm>
            <a:off x="1464518" y="60649"/>
            <a:ext cx="9798932" cy="6736702"/>
            <a:chOff x="1464518" y="60649"/>
            <a:chExt cx="9798932" cy="6736702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D0164548-FAB8-CD87-EF93-9D3D9C2FC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9" t="2578" r="1446" b="3211"/>
            <a:stretch>
              <a:fillRect/>
            </a:stretch>
          </p:blipFill>
          <p:spPr>
            <a:xfrm>
              <a:off x="1464518" y="60649"/>
              <a:ext cx="9262964" cy="6736702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16C33CEE-EC10-80AD-0C65-D2AFE168CD28}"/>
                </a:ext>
              </a:extLst>
            </p:cNvPr>
            <p:cNvGrpSpPr/>
            <p:nvPr/>
          </p:nvGrpSpPr>
          <p:grpSpPr>
            <a:xfrm rot="765235">
              <a:off x="2362398" y="2196217"/>
              <a:ext cx="981079" cy="981079"/>
              <a:chOff x="1975681" y="3937390"/>
              <a:chExt cx="1007961" cy="1007961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F3D9032B-519F-7943-94FB-BDF8FD55AFD4}"/>
                  </a:ext>
                </a:extLst>
              </p:cNvPr>
              <p:cNvSpPr/>
              <p:nvPr/>
            </p:nvSpPr>
            <p:spPr>
              <a:xfrm>
                <a:off x="2022462" y="3984171"/>
                <a:ext cx="914400" cy="91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2" name="図 41">
                <a:extLst>
                  <a:ext uri="{FF2B5EF4-FFF2-40B4-BE49-F238E27FC236}">
                    <a16:creationId xmlns:a16="http://schemas.microsoft.com/office/drawing/2014/main" id="{24A4AAA0-E3DC-C53F-AF58-64BE94F26A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75681" y="3937390"/>
                <a:ext cx="1007961" cy="1007961"/>
              </a:xfrm>
              <a:prstGeom prst="rect">
                <a:avLst/>
              </a:prstGeom>
            </p:spPr>
          </p:pic>
        </p:grpSp>
        <p:pic>
          <p:nvPicPr>
            <p:cNvPr id="63" name="図 62">
              <a:extLst>
                <a:ext uri="{FF2B5EF4-FFF2-40B4-BE49-F238E27FC236}">
                  <a16:creationId xmlns:a16="http://schemas.microsoft.com/office/drawing/2014/main" id="{9213A218-46E6-B2CB-EB85-9ABD82DA1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6140" y="2993485"/>
              <a:ext cx="3949953" cy="2962465"/>
            </a:xfrm>
            <a:prstGeom prst="rect">
              <a:avLst/>
            </a:prstGeom>
          </p:spPr>
        </p:pic>
        <p:pic>
          <p:nvPicPr>
            <p:cNvPr id="65" name="図 64">
              <a:extLst>
                <a:ext uri="{FF2B5EF4-FFF2-40B4-BE49-F238E27FC236}">
                  <a16:creationId xmlns:a16="http://schemas.microsoft.com/office/drawing/2014/main" id="{586972FC-53E9-A48A-651D-4114B97B5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402364">
              <a:off x="7782982" y="513193"/>
              <a:ext cx="1337576" cy="1337576"/>
            </a:xfrm>
            <a:prstGeom prst="rect">
              <a:avLst/>
            </a:prstGeom>
            <a:scene3d>
              <a:camera prst="isometricBottomDown"/>
              <a:lightRig rig="threePt" dir="t"/>
            </a:scene3d>
          </p:spPr>
        </p:pic>
        <p:pic>
          <p:nvPicPr>
            <p:cNvPr id="67" name="図 66">
              <a:extLst>
                <a:ext uri="{FF2B5EF4-FFF2-40B4-BE49-F238E27FC236}">
                  <a16:creationId xmlns:a16="http://schemas.microsoft.com/office/drawing/2014/main" id="{A87812E2-2326-5537-9A5A-D8EB6DB19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402364">
              <a:off x="6884974" y="656445"/>
              <a:ext cx="1337576" cy="1337576"/>
            </a:xfrm>
            <a:prstGeom prst="rect">
              <a:avLst/>
            </a:prstGeom>
            <a:scene3d>
              <a:camera prst="isometricBottomDown"/>
              <a:lightRig rig="threePt" dir="t"/>
            </a:scene3d>
          </p:spPr>
        </p:pic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D947A9C4-76A6-6181-D279-FE6DD3B17BB6}"/>
                </a:ext>
              </a:extLst>
            </p:cNvPr>
            <p:cNvGrpSpPr/>
            <p:nvPr/>
          </p:nvGrpSpPr>
          <p:grpSpPr>
            <a:xfrm>
              <a:off x="3025354" y="728994"/>
              <a:ext cx="1949467" cy="1171847"/>
              <a:chOff x="3023749" y="662966"/>
              <a:chExt cx="2094815" cy="1259217"/>
            </a:xfrm>
          </p:grpSpPr>
          <p:grpSp>
            <p:nvGrpSpPr>
              <p:cNvPr id="73" name="グループ化 72">
                <a:extLst>
                  <a:ext uri="{FF2B5EF4-FFF2-40B4-BE49-F238E27FC236}">
                    <a16:creationId xmlns:a16="http://schemas.microsoft.com/office/drawing/2014/main" id="{DB622812-6CA4-860C-5505-130C9DA0DBBF}"/>
                  </a:ext>
                </a:extLst>
              </p:cNvPr>
              <p:cNvGrpSpPr/>
              <p:nvPr/>
            </p:nvGrpSpPr>
            <p:grpSpPr>
              <a:xfrm rot="10314581">
                <a:off x="3023749" y="792336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69" name="正方形/長方形 68">
                  <a:extLst>
                    <a:ext uri="{FF2B5EF4-FFF2-40B4-BE49-F238E27FC236}">
                      <a16:creationId xmlns:a16="http://schemas.microsoft.com/office/drawing/2014/main" id="{302D8545-6A71-EA74-DEF0-9D987417FB8A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71" name="図 70">
                  <a:extLst>
                    <a:ext uri="{FF2B5EF4-FFF2-40B4-BE49-F238E27FC236}">
                      <a16:creationId xmlns:a16="http://schemas.microsoft.com/office/drawing/2014/main" id="{E00B8563-8AAD-90FC-79E3-F67EF8A0D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74" name="グループ化 73">
                <a:extLst>
                  <a:ext uri="{FF2B5EF4-FFF2-40B4-BE49-F238E27FC236}">
                    <a16:creationId xmlns:a16="http://schemas.microsoft.com/office/drawing/2014/main" id="{634E3FB2-945E-1745-5FCA-8CFFDE37E0E0}"/>
                  </a:ext>
                </a:extLst>
              </p:cNvPr>
              <p:cNvGrpSpPr/>
              <p:nvPr/>
            </p:nvGrpSpPr>
            <p:grpSpPr>
              <a:xfrm rot="10314581">
                <a:off x="3855751" y="662966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75" name="正方形/長方形 74">
                  <a:extLst>
                    <a:ext uri="{FF2B5EF4-FFF2-40B4-BE49-F238E27FC236}">
                      <a16:creationId xmlns:a16="http://schemas.microsoft.com/office/drawing/2014/main" id="{38706036-41A8-BC07-9C28-BE1A675BF9BF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76" name="図 75">
                  <a:extLst>
                    <a:ext uri="{FF2B5EF4-FFF2-40B4-BE49-F238E27FC236}">
                      <a16:creationId xmlns:a16="http://schemas.microsoft.com/office/drawing/2014/main" id="{AEB000FF-4A13-64B4-0EC9-2D89564130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77" name="グループ化 76">
                <a:extLst>
                  <a:ext uri="{FF2B5EF4-FFF2-40B4-BE49-F238E27FC236}">
                    <a16:creationId xmlns:a16="http://schemas.microsoft.com/office/drawing/2014/main" id="{90CF503C-8217-0686-72D4-B4C4954D3FBB}"/>
                  </a:ext>
                </a:extLst>
              </p:cNvPr>
              <p:cNvGrpSpPr/>
              <p:nvPr/>
            </p:nvGrpSpPr>
            <p:grpSpPr>
              <a:xfrm rot="10314581">
                <a:off x="4008566" y="884157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78" name="正方形/長方形 77">
                  <a:extLst>
                    <a:ext uri="{FF2B5EF4-FFF2-40B4-BE49-F238E27FC236}">
                      <a16:creationId xmlns:a16="http://schemas.microsoft.com/office/drawing/2014/main" id="{46F0C7BB-6AE3-6B80-A4FC-20330C185B86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79" name="図 78">
                  <a:extLst>
                    <a:ext uri="{FF2B5EF4-FFF2-40B4-BE49-F238E27FC236}">
                      <a16:creationId xmlns:a16="http://schemas.microsoft.com/office/drawing/2014/main" id="{3734E0DF-4385-D786-0F38-985163B882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</p:grpSp>
        <p:pic>
          <p:nvPicPr>
            <p:cNvPr id="81" name="図 80">
              <a:extLst>
                <a:ext uri="{FF2B5EF4-FFF2-40B4-BE49-F238E27FC236}">
                  <a16:creationId xmlns:a16="http://schemas.microsoft.com/office/drawing/2014/main" id="{BDC40718-88AF-CE36-BF24-8A3E751F5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4327025">
              <a:off x="4383778" y="2585292"/>
              <a:ext cx="2521775" cy="2521776"/>
            </a:xfrm>
            <a:prstGeom prst="rect">
              <a:avLst/>
            </a:prstGeom>
          </p:spPr>
        </p:pic>
        <p:pic>
          <p:nvPicPr>
            <p:cNvPr id="83" name="図 82">
              <a:extLst>
                <a:ext uri="{FF2B5EF4-FFF2-40B4-BE49-F238E27FC236}">
                  <a16:creationId xmlns:a16="http://schemas.microsoft.com/office/drawing/2014/main" id="{67396268-1521-8DC3-B101-6424AD77A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272975" flipV="1">
              <a:off x="4234689" y="3444731"/>
              <a:ext cx="2521775" cy="2521776"/>
            </a:xfrm>
            <a:prstGeom prst="rect">
              <a:avLst/>
            </a:prstGeom>
          </p:spPr>
        </p:pic>
        <p:pic>
          <p:nvPicPr>
            <p:cNvPr id="85" name="図 84">
              <a:extLst>
                <a:ext uri="{FF2B5EF4-FFF2-40B4-BE49-F238E27FC236}">
                  <a16:creationId xmlns:a16="http://schemas.microsoft.com/office/drawing/2014/main" id="{7C70F6CC-D681-E2EE-13B8-B73E4C9DC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776" b="73329"/>
            <a:stretch>
              <a:fillRect/>
            </a:stretch>
          </p:blipFill>
          <p:spPr>
            <a:xfrm flipH="1">
              <a:off x="2171444" y="4777957"/>
              <a:ext cx="1084689" cy="1022256"/>
            </a:xfrm>
            <a:prstGeom prst="rect">
              <a:avLst/>
            </a:prstGeom>
          </p:spPr>
        </p:pic>
        <p:pic>
          <p:nvPicPr>
            <p:cNvPr id="87" name="図 86">
              <a:extLst>
                <a:ext uri="{FF2B5EF4-FFF2-40B4-BE49-F238E27FC236}">
                  <a16:creationId xmlns:a16="http://schemas.microsoft.com/office/drawing/2014/main" id="{C13EED2C-ECFD-C5FC-AF6F-85655F36E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84" b="51116"/>
            <a:stretch>
              <a:fillRect/>
            </a:stretch>
          </p:blipFill>
          <p:spPr>
            <a:xfrm rot="3584158">
              <a:off x="4046560" y="2142190"/>
              <a:ext cx="1218350" cy="1659523"/>
            </a:xfrm>
            <a:prstGeom prst="rect">
              <a:avLst/>
            </a:prstGeom>
          </p:spPr>
        </p:pic>
        <p:pic>
          <p:nvPicPr>
            <p:cNvPr id="89" name="図 88">
              <a:extLst>
                <a:ext uri="{FF2B5EF4-FFF2-40B4-BE49-F238E27FC236}">
                  <a16:creationId xmlns:a16="http://schemas.microsoft.com/office/drawing/2014/main" id="{F349426A-D8DB-F318-8D3A-85FF03A51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9" t="5060" r="64244" b="52313"/>
            <a:stretch>
              <a:fillRect/>
            </a:stretch>
          </p:blipFill>
          <p:spPr>
            <a:xfrm>
              <a:off x="6003479" y="2242919"/>
              <a:ext cx="1160117" cy="1088995"/>
            </a:xfrm>
            <a:prstGeom prst="rect">
              <a:avLst/>
            </a:prstGeom>
          </p:spPr>
        </p:pic>
        <p:pic>
          <p:nvPicPr>
            <p:cNvPr id="91" name="図 90">
              <a:extLst>
                <a:ext uri="{FF2B5EF4-FFF2-40B4-BE49-F238E27FC236}">
                  <a16:creationId xmlns:a16="http://schemas.microsoft.com/office/drawing/2014/main" id="{422F697F-359F-050A-54C2-C241398F2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1" t="46413" r="73548" b="4703"/>
            <a:stretch>
              <a:fillRect/>
            </a:stretch>
          </p:blipFill>
          <p:spPr>
            <a:xfrm>
              <a:off x="3256133" y="3948196"/>
              <a:ext cx="1107219" cy="1659523"/>
            </a:xfrm>
            <a:prstGeom prst="rect">
              <a:avLst/>
            </a:prstGeom>
          </p:spPr>
        </p:pic>
        <p:pic>
          <p:nvPicPr>
            <p:cNvPr id="93" name="図 92">
              <a:extLst>
                <a:ext uri="{FF2B5EF4-FFF2-40B4-BE49-F238E27FC236}">
                  <a16:creationId xmlns:a16="http://schemas.microsoft.com/office/drawing/2014/main" id="{BA7F08E5-1097-F584-A0B6-C5A47189F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465" t="72213" r="29868" b="1551"/>
            <a:stretch>
              <a:fillRect/>
            </a:stretch>
          </p:blipFill>
          <p:spPr>
            <a:xfrm flipH="1">
              <a:off x="2260655" y="3584513"/>
              <a:ext cx="1184566" cy="785677"/>
            </a:xfrm>
            <a:prstGeom prst="rect">
              <a:avLst/>
            </a:prstGeom>
          </p:spPr>
        </p:pic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796773F4-26EE-32AC-4392-AD48FB9A1E36}"/>
                </a:ext>
              </a:extLst>
            </p:cNvPr>
            <p:cNvSpPr/>
            <p:nvPr/>
          </p:nvSpPr>
          <p:spPr>
            <a:xfrm rot="21181824">
              <a:off x="7379328" y="2159900"/>
              <a:ext cx="890013" cy="8900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1054B3D-D045-427A-AAD1-20606658E6AC}"/>
                </a:ext>
              </a:extLst>
            </p:cNvPr>
            <p:cNvSpPr txBox="1"/>
            <p:nvPr/>
          </p:nvSpPr>
          <p:spPr>
            <a:xfrm rot="820248">
              <a:off x="2398108" y="3042021"/>
              <a:ext cx="6479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600"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Lv</a:t>
              </a:r>
              <a:r>
                <a:rPr kumimoji="1" lang="en-US" altLang="ja-JP" sz="2000"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5</a:t>
              </a:r>
              <a:endParaRPr kumimoji="1" lang="ja-JP" altLang="en-US" sz="2000">
                <a:latin typeface="クラフト明朝" panose="02000700000000000000" pitchFamily="50" charset="-128"/>
                <a:ea typeface="クラフト明朝" panose="02000700000000000000" pitchFamily="50" charset="-128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1A11F57E-B01C-5ED2-2E03-EE9F7063A03E}"/>
                </a:ext>
              </a:extLst>
            </p:cNvPr>
            <p:cNvSpPr txBox="1"/>
            <p:nvPr/>
          </p:nvSpPr>
          <p:spPr>
            <a:xfrm rot="21164996" flipH="1">
              <a:off x="7641741" y="2990914"/>
              <a:ext cx="6270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600"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Lv</a:t>
              </a:r>
              <a:r>
                <a:rPr kumimoji="1" lang="en-US" altLang="ja-JP" sz="2000"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1</a:t>
              </a:r>
              <a:endParaRPr kumimoji="1" lang="ja-JP" altLang="en-US" sz="2000">
                <a:latin typeface="クラフト明朝" panose="02000700000000000000" pitchFamily="50" charset="-128"/>
                <a:ea typeface="クラフト明朝" panose="02000700000000000000" pitchFamily="50" charset="-128"/>
              </a:endParaRP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968022A3-A8B9-B07D-F93D-7A690B31D7D0}"/>
                </a:ext>
              </a:extLst>
            </p:cNvPr>
            <p:cNvSpPr/>
            <p:nvPr/>
          </p:nvSpPr>
          <p:spPr>
            <a:xfrm rot="21181824">
              <a:off x="7383832" y="2194449"/>
              <a:ext cx="351913" cy="89001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9" name="図 98">
              <a:extLst>
                <a:ext uri="{FF2B5EF4-FFF2-40B4-BE49-F238E27FC236}">
                  <a16:creationId xmlns:a16="http://schemas.microsoft.com/office/drawing/2014/main" id="{6F33C82D-C060-0E1B-3890-E294B78A3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0360" y="2223240"/>
              <a:ext cx="770245" cy="770245"/>
            </a:xfrm>
            <a:prstGeom prst="rect">
              <a:avLst/>
            </a:prstGeom>
          </p:spPr>
        </p:pic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F7B97E51-E194-1EDC-896E-3589F12906FB}"/>
                </a:ext>
              </a:extLst>
            </p:cNvPr>
            <p:cNvGrpSpPr/>
            <p:nvPr/>
          </p:nvGrpSpPr>
          <p:grpSpPr>
            <a:xfrm rot="10314581">
              <a:off x="4678128" y="824351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209D63F8-98BA-36FC-22F7-79C64B34AEBF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5" name="図 54">
                <a:extLst>
                  <a:ext uri="{FF2B5EF4-FFF2-40B4-BE49-F238E27FC236}">
                    <a16:creationId xmlns:a16="http://schemas.microsoft.com/office/drawing/2014/main" id="{BB582891-E4B6-6FA2-BCF9-C05F0E0963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pic>
          <p:nvPicPr>
            <p:cNvPr id="57" name="図 56">
              <a:extLst>
                <a:ext uri="{FF2B5EF4-FFF2-40B4-BE49-F238E27FC236}">
                  <a16:creationId xmlns:a16="http://schemas.microsoft.com/office/drawing/2014/main" id="{FA5E337B-3239-74B8-E1DB-45DF175CA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7062" y="2903805"/>
              <a:ext cx="2245045" cy="1683784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59" name="図 58">
              <a:extLst>
                <a:ext uri="{FF2B5EF4-FFF2-40B4-BE49-F238E27FC236}">
                  <a16:creationId xmlns:a16="http://schemas.microsoft.com/office/drawing/2014/main" id="{D4F72563-74A8-8ECC-8CA0-43D631A13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8405" y="2290949"/>
              <a:ext cx="2245045" cy="1683784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7BC5A5DB-776F-C131-38B4-4B2BE99E3C05}"/>
                </a:ext>
              </a:extLst>
            </p:cNvPr>
            <p:cNvGrpSpPr/>
            <p:nvPr/>
          </p:nvGrpSpPr>
          <p:grpSpPr>
            <a:xfrm>
              <a:off x="9710025" y="1519117"/>
              <a:ext cx="619063" cy="619063"/>
              <a:chOff x="10799110" y="4679387"/>
              <a:chExt cx="833139" cy="833139"/>
            </a:xfrm>
            <a:scene3d>
              <a:camera prst="isometricOffAxis2Right"/>
              <a:lightRig rig="threePt" dir="t"/>
            </a:scene3d>
          </p:grpSpPr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EAEAE63C-6F4A-ECFD-86AA-4381615597CC}"/>
                  </a:ext>
                </a:extLst>
              </p:cNvPr>
              <p:cNvSpPr/>
              <p:nvPr/>
            </p:nvSpPr>
            <p:spPr>
              <a:xfrm rot="21181824">
                <a:off x="10799110" y="4679387"/>
                <a:ext cx="833139" cy="8331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4" name="図 63">
                <a:extLst>
                  <a:ext uri="{FF2B5EF4-FFF2-40B4-BE49-F238E27FC236}">
                    <a16:creationId xmlns:a16="http://schemas.microsoft.com/office/drawing/2014/main" id="{1197CA36-9DA6-161D-40E9-5CA7FF392A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082600">
                <a:off x="10855906" y="4826127"/>
                <a:ext cx="719546" cy="539659"/>
              </a:xfrm>
              <a:prstGeom prst="rect">
                <a:avLst/>
              </a:prstGeom>
            </p:spPr>
          </p:pic>
        </p:grp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E8FB0B4E-4325-5351-83A8-7821D6EFEC04}"/>
                </a:ext>
              </a:extLst>
            </p:cNvPr>
            <p:cNvSpPr/>
            <p:nvPr/>
          </p:nvSpPr>
          <p:spPr>
            <a:xfrm>
              <a:off x="1971161" y="1894957"/>
              <a:ext cx="6610297" cy="4206569"/>
            </a:xfrm>
            <a:prstGeom prst="rect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bg1">
                  <a:lumMod val="9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2" name="図 71">
              <a:extLst>
                <a:ext uri="{FF2B5EF4-FFF2-40B4-BE49-F238E27FC236}">
                  <a16:creationId xmlns:a16="http://schemas.microsoft.com/office/drawing/2014/main" id="{9DEC511A-6926-2114-69B2-977E75BEF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8899935" y="3444290"/>
              <a:ext cx="1226128" cy="53965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82" name="図 81">
              <a:extLst>
                <a:ext uri="{FF2B5EF4-FFF2-40B4-BE49-F238E27FC236}">
                  <a16:creationId xmlns:a16="http://schemas.microsoft.com/office/drawing/2014/main" id="{F3FE2ECA-AF00-DC0C-12A7-97ED5EA61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9098959" y="2842099"/>
              <a:ext cx="1226128" cy="53965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94" name="図 93">
              <a:extLst>
                <a:ext uri="{FF2B5EF4-FFF2-40B4-BE49-F238E27FC236}">
                  <a16:creationId xmlns:a16="http://schemas.microsoft.com/office/drawing/2014/main" id="{A2EC0478-FEEC-A733-1DA7-BA1C0FDF6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384" t="72502"/>
            <a:stretch>
              <a:fillRect/>
            </a:stretch>
          </p:blipFill>
          <p:spPr>
            <a:xfrm flipH="1">
              <a:off x="8406652" y="4106261"/>
              <a:ext cx="1293184" cy="1002013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97" name="図 96">
              <a:extLst>
                <a:ext uri="{FF2B5EF4-FFF2-40B4-BE49-F238E27FC236}">
                  <a16:creationId xmlns:a16="http://schemas.microsoft.com/office/drawing/2014/main" id="{F1B7EBB2-1F9C-571C-9EF9-4C9977E7E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384" t="72502"/>
            <a:stretch>
              <a:fillRect/>
            </a:stretch>
          </p:blipFill>
          <p:spPr>
            <a:xfrm flipH="1">
              <a:off x="8278916" y="3393420"/>
              <a:ext cx="1293184" cy="1002013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0" name="図 99">
              <a:extLst>
                <a:ext uri="{FF2B5EF4-FFF2-40B4-BE49-F238E27FC236}">
                  <a16:creationId xmlns:a16="http://schemas.microsoft.com/office/drawing/2014/main" id="{F0BD4B1F-AAF8-4A99-50FC-C4A6FEC64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384" t="72502"/>
            <a:stretch>
              <a:fillRect/>
            </a:stretch>
          </p:blipFill>
          <p:spPr>
            <a:xfrm flipH="1">
              <a:off x="8415851" y="2752853"/>
              <a:ext cx="1293184" cy="1002013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4" name="図 103">
              <a:extLst>
                <a:ext uri="{FF2B5EF4-FFF2-40B4-BE49-F238E27FC236}">
                  <a16:creationId xmlns:a16="http://schemas.microsoft.com/office/drawing/2014/main" id="{013794F3-8E36-A42E-9ECA-AFC1D0F8E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721"/>
            <a:stretch>
              <a:fillRect/>
            </a:stretch>
          </p:blipFill>
          <p:spPr>
            <a:xfrm rot="20222463" flipH="1">
              <a:off x="8892013" y="2510052"/>
              <a:ext cx="1131336" cy="110656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6" name="図 105">
              <a:extLst>
                <a:ext uri="{FF2B5EF4-FFF2-40B4-BE49-F238E27FC236}">
                  <a16:creationId xmlns:a16="http://schemas.microsoft.com/office/drawing/2014/main" id="{37872F40-5A28-730F-AE76-43D94D86E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721"/>
            <a:stretch>
              <a:fillRect/>
            </a:stretch>
          </p:blipFill>
          <p:spPr>
            <a:xfrm rot="20420475" flipH="1">
              <a:off x="8812109" y="3844873"/>
              <a:ext cx="1217493" cy="110656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8" name="図 107">
              <a:extLst>
                <a:ext uri="{FF2B5EF4-FFF2-40B4-BE49-F238E27FC236}">
                  <a16:creationId xmlns:a16="http://schemas.microsoft.com/office/drawing/2014/main" id="{E9F1D32E-D268-FCD5-9E03-6D8B14A17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721"/>
            <a:stretch>
              <a:fillRect/>
            </a:stretch>
          </p:blipFill>
          <p:spPr>
            <a:xfrm rot="20420475" flipH="1">
              <a:off x="8739536" y="3259839"/>
              <a:ext cx="1217493" cy="110656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grpSp>
          <p:nvGrpSpPr>
            <p:cNvPr id="110" name="グループ化 109">
              <a:extLst>
                <a:ext uri="{FF2B5EF4-FFF2-40B4-BE49-F238E27FC236}">
                  <a16:creationId xmlns:a16="http://schemas.microsoft.com/office/drawing/2014/main" id="{F535494C-15EF-8A33-35D6-0493B9C3887A}"/>
                </a:ext>
              </a:extLst>
            </p:cNvPr>
            <p:cNvGrpSpPr/>
            <p:nvPr/>
          </p:nvGrpSpPr>
          <p:grpSpPr>
            <a:xfrm>
              <a:off x="8559947" y="1949661"/>
              <a:ext cx="754362" cy="1010384"/>
              <a:chOff x="540604" y="2929405"/>
              <a:chExt cx="826175" cy="1106569"/>
            </a:xfrm>
            <a:scene3d>
              <a:camera prst="isometricOffAxis2Right"/>
              <a:lightRig rig="threePt" dir="t"/>
            </a:scene3d>
          </p:grpSpPr>
          <p:sp>
            <p:nvSpPr>
              <p:cNvPr id="111" name="正方形/長方形 110">
                <a:extLst>
                  <a:ext uri="{FF2B5EF4-FFF2-40B4-BE49-F238E27FC236}">
                    <a16:creationId xmlns:a16="http://schemas.microsoft.com/office/drawing/2014/main" id="{83C728D0-3C94-BBCA-07D4-A3A80E2E2566}"/>
                  </a:ext>
                </a:extLst>
              </p:cNvPr>
              <p:cNvSpPr/>
              <p:nvPr/>
            </p:nvSpPr>
            <p:spPr>
              <a:xfrm rot="765235">
                <a:off x="581386" y="3060995"/>
                <a:ext cx="776832" cy="77683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12" name="図 111">
                <a:extLst>
                  <a:ext uri="{FF2B5EF4-FFF2-40B4-BE49-F238E27FC236}">
                    <a16:creationId xmlns:a16="http://schemas.microsoft.com/office/drawing/2014/main" id="{9555491D-483A-A441-EE40-EDE91097C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7218"/>
              <a:stretch>
                <a:fillRect/>
              </a:stretch>
            </p:blipFill>
            <p:spPr>
              <a:xfrm rot="896244">
                <a:off x="540604" y="2929405"/>
                <a:ext cx="826175" cy="1106569"/>
              </a:xfrm>
              <a:prstGeom prst="rect">
                <a:avLst/>
              </a:prstGeom>
            </p:spPr>
          </p:pic>
        </p:grp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8975F6C0-0E32-0262-3927-192B9569258A}"/>
              </a:ext>
            </a:extLst>
          </p:cNvPr>
          <p:cNvGrpSpPr/>
          <p:nvPr/>
        </p:nvGrpSpPr>
        <p:grpSpPr>
          <a:xfrm>
            <a:off x="384002" y="885696"/>
            <a:ext cx="1182205" cy="5086608"/>
            <a:chOff x="384002" y="989518"/>
            <a:chExt cx="1182205" cy="5086608"/>
          </a:xfrm>
        </p:grpSpPr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B9A838D4-2321-EFA1-DB48-60B0AC9A5F3B}"/>
                </a:ext>
              </a:extLst>
            </p:cNvPr>
            <p:cNvGrpSpPr/>
            <p:nvPr/>
          </p:nvGrpSpPr>
          <p:grpSpPr>
            <a:xfrm>
              <a:off x="384002" y="989518"/>
              <a:ext cx="1182205" cy="5086608"/>
              <a:chOff x="384002" y="1014918"/>
              <a:chExt cx="1182205" cy="5086608"/>
            </a:xfrm>
          </p:grpSpPr>
          <p:sp>
            <p:nvSpPr>
              <p:cNvPr id="12" name="四角形: 角を丸くする 11">
                <a:extLst>
                  <a:ext uri="{FF2B5EF4-FFF2-40B4-BE49-F238E27FC236}">
                    <a16:creationId xmlns:a16="http://schemas.microsoft.com/office/drawing/2014/main" id="{8FCE800C-C602-BA77-2AAF-29D8824CFFB8}"/>
                  </a:ext>
                </a:extLst>
              </p:cNvPr>
              <p:cNvSpPr/>
              <p:nvPr/>
            </p:nvSpPr>
            <p:spPr>
              <a:xfrm>
                <a:off x="384003" y="1800885"/>
                <a:ext cx="1182204" cy="4300641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  <a:alpha val="85000"/>
                </a:schemeClr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1A7FED34-E7E0-55D7-D95B-B0DB0AD80521}"/>
                  </a:ext>
                </a:extLst>
              </p:cNvPr>
              <p:cNvSpPr/>
              <p:nvPr/>
            </p:nvSpPr>
            <p:spPr>
              <a:xfrm>
                <a:off x="384002" y="1014918"/>
                <a:ext cx="1182205" cy="1182205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C5CCA2AB-07CE-3F03-93F5-771349112741}"/>
                </a:ext>
              </a:extLst>
            </p:cNvPr>
            <p:cNvGrpSpPr/>
            <p:nvPr/>
          </p:nvGrpSpPr>
          <p:grpSpPr>
            <a:xfrm>
              <a:off x="546946" y="2482416"/>
              <a:ext cx="856317" cy="3064578"/>
              <a:chOff x="570070" y="2650190"/>
              <a:chExt cx="856317" cy="3064578"/>
            </a:xfrm>
          </p:grpSpPr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B48BDE78-36F1-BFC1-7208-3FBFF1E6E4EF}"/>
                  </a:ext>
                </a:extLst>
              </p:cNvPr>
              <p:cNvGrpSpPr/>
              <p:nvPr/>
            </p:nvGrpSpPr>
            <p:grpSpPr>
              <a:xfrm>
                <a:off x="570070" y="2650190"/>
                <a:ext cx="856317" cy="856317"/>
                <a:chOff x="541643" y="1343511"/>
                <a:chExt cx="856317" cy="856317"/>
              </a:xfrm>
            </p:grpSpPr>
            <p:grpSp>
              <p:nvGrpSpPr>
                <p:cNvPr id="2" name="グループ化 1">
                  <a:extLst>
                    <a:ext uri="{FF2B5EF4-FFF2-40B4-BE49-F238E27FC236}">
                      <a16:creationId xmlns:a16="http://schemas.microsoft.com/office/drawing/2014/main" id="{7B0D9430-069A-C9E7-922A-96CC4C3D3A3B}"/>
                    </a:ext>
                  </a:extLst>
                </p:cNvPr>
                <p:cNvGrpSpPr/>
                <p:nvPr/>
              </p:nvGrpSpPr>
              <p:grpSpPr>
                <a:xfrm rot="765235">
                  <a:off x="541643" y="1343511"/>
                  <a:ext cx="856317" cy="856317"/>
                  <a:chOff x="1975681" y="3937390"/>
                  <a:chExt cx="1007961" cy="1007961"/>
                </a:xfrm>
              </p:grpSpPr>
              <p:sp>
                <p:nvSpPr>
                  <p:cNvPr id="4" name="正方形/長方形 3">
                    <a:extLst>
                      <a:ext uri="{FF2B5EF4-FFF2-40B4-BE49-F238E27FC236}">
                        <a16:creationId xmlns:a16="http://schemas.microsoft.com/office/drawing/2014/main" id="{DA6292AC-49AE-C719-2A27-BE0FC353B2AB}"/>
                      </a:ext>
                    </a:extLst>
                  </p:cNvPr>
                  <p:cNvSpPr/>
                  <p:nvPr/>
                </p:nvSpPr>
                <p:spPr>
                  <a:xfrm>
                    <a:off x="2022462" y="3984171"/>
                    <a:ext cx="914400" cy="9144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pic>
                <p:nvPicPr>
                  <p:cNvPr id="6" name="図 5">
                    <a:extLst>
                      <a:ext uri="{FF2B5EF4-FFF2-40B4-BE49-F238E27FC236}">
                        <a16:creationId xmlns:a16="http://schemas.microsoft.com/office/drawing/2014/main" id="{E6D46639-B581-267E-E94C-413B1EA8D9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975681" y="3937390"/>
                    <a:ext cx="1007961" cy="100796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05E71EDE-B7C8-8D53-14BB-5F30675C1CB2}"/>
                    </a:ext>
                  </a:extLst>
                </p:cNvPr>
                <p:cNvSpPr/>
                <p:nvPr/>
              </p:nvSpPr>
              <p:spPr>
                <a:xfrm rot="803638" flipH="1">
                  <a:off x="581640" y="1389307"/>
                  <a:ext cx="771016" cy="771016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>
                      <a:latin typeface="クラフト明朝" panose="02000700000000000000" pitchFamily="50" charset="-128"/>
                      <a:ea typeface="クラフト明朝" panose="02000700000000000000" pitchFamily="50" charset="-128"/>
                    </a:rPr>
                    <a:t>10</a:t>
                  </a:r>
                  <a:r>
                    <a:rPr kumimoji="1" lang="en-US" altLang="ja-JP">
                      <a:latin typeface="クラフト明朝" panose="02000700000000000000" pitchFamily="50" charset="-128"/>
                      <a:ea typeface="クラフト明朝" panose="02000700000000000000" pitchFamily="50" charset="-128"/>
                    </a:rPr>
                    <a:t>s</a:t>
                  </a:r>
                  <a:endParaRPr kumimoji="1" lang="ja-JP" altLang="en-US">
                    <a:latin typeface="クラフト明朝" panose="02000700000000000000" pitchFamily="50" charset="-128"/>
                    <a:ea typeface="クラフト明朝" panose="02000700000000000000" pitchFamily="50" charset="-128"/>
                  </a:endParaRPr>
                </a:p>
              </p:txBody>
            </p:sp>
          </p:grpSp>
          <p:grpSp>
            <p:nvGrpSpPr>
              <p:cNvPr id="109" name="グループ化 108">
                <a:extLst>
                  <a:ext uri="{FF2B5EF4-FFF2-40B4-BE49-F238E27FC236}">
                    <a16:creationId xmlns:a16="http://schemas.microsoft.com/office/drawing/2014/main" id="{48B51398-4198-B865-2B6A-20BC4A006CA8}"/>
                  </a:ext>
                </a:extLst>
              </p:cNvPr>
              <p:cNvGrpSpPr/>
              <p:nvPr/>
            </p:nvGrpSpPr>
            <p:grpSpPr>
              <a:xfrm>
                <a:off x="585141" y="3833729"/>
                <a:ext cx="826175" cy="776984"/>
                <a:chOff x="552228" y="3060843"/>
                <a:chExt cx="826175" cy="776984"/>
              </a:xfrm>
            </p:grpSpPr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A2E354D6-2A85-13E8-3C4D-E53FA5FA0B03}"/>
                    </a:ext>
                  </a:extLst>
                </p:cNvPr>
                <p:cNvSpPr/>
                <p:nvPr/>
              </p:nvSpPr>
              <p:spPr>
                <a:xfrm rot="765235">
                  <a:off x="581386" y="3060995"/>
                  <a:ext cx="776832" cy="776832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86" name="図 85">
                  <a:extLst>
                    <a:ext uri="{FF2B5EF4-FFF2-40B4-BE49-F238E27FC236}">
                      <a16:creationId xmlns:a16="http://schemas.microsoft.com/office/drawing/2014/main" id="{6308D087-DFFA-B7A0-4C63-AB23D5A76A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1740" r="47218" b="19891"/>
                <a:stretch>
                  <a:fillRect/>
                </a:stretch>
              </p:blipFill>
              <p:spPr>
                <a:xfrm rot="896244">
                  <a:off x="552228" y="3060843"/>
                  <a:ext cx="826175" cy="756543"/>
                </a:xfrm>
                <a:prstGeom prst="rect">
                  <a:avLst/>
                </a:prstGeom>
              </p:spPr>
            </p:pic>
          </p:grpSp>
          <p:grpSp>
            <p:nvGrpSpPr>
              <p:cNvPr id="10" name="グループ化 9">
                <a:extLst>
                  <a:ext uri="{FF2B5EF4-FFF2-40B4-BE49-F238E27FC236}">
                    <a16:creationId xmlns:a16="http://schemas.microsoft.com/office/drawing/2014/main" id="{0652DFC6-56E8-256F-FDF6-E975291FC58F}"/>
                  </a:ext>
                </a:extLst>
              </p:cNvPr>
              <p:cNvGrpSpPr/>
              <p:nvPr/>
            </p:nvGrpSpPr>
            <p:grpSpPr>
              <a:xfrm>
                <a:off x="609812" y="4937936"/>
                <a:ext cx="776832" cy="776832"/>
                <a:chOff x="581386" y="4738737"/>
                <a:chExt cx="776832" cy="776832"/>
              </a:xfrm>
            </p:grpSpPr>
            <p:sp>
              <p:nvSpPr>
                <p:cNvPr id="11" name="正方形/長方形 10">
                  <a:extLst>
                    <a:ext uri="{FF2B5EF4-FFF2-40B4-BE49-F238E27FC236}">
                      <a16:creationId xmlns:a16="http://schemas.microsoft.com/office/drawing/2014/main" id="{CB6CD8D2-E3B6-EAAC-4885-EDCA9EE9FD1C}"/>
                    </a:ext>
                  </a:extLst>
                </p:cNvPr>
                <p:cNvSpPr/>
                <p:nvPr/>
              </p:nvSpPr>
              <p:spPr>
                <a:xfrm rot="765235">
                  <a:off x="581386" y="4738737"/>
                  <a:ext cx="776832" cy="776832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90" name="図 89">
                  <a:extLst>
                    <a:ext uri="{FF2B5EF4-FFF2-40B4-BE49-F238E27FC236}">
                      <a16:creationId xmlns:a16="http://schemas.microsoft.com/office/drawing/2014/main" id="{9E1D8ACC-4AAC-FCD6-A7F7-2A8BA90DE7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026517">
                  <a:off x="744895" y="4902609"/>
                  <a:ext cx="486411" cy="48641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F5A6739A-9E40-F54B-DB7A-965B4BE65EA2}"/>
                </a:ext>
              </a:extLst>
            </p:cNvPr>
            <p:cNvGrpSpPr/>
            <p:nvPr/>
          </p:nvGrpSpPr>
          <p:grpSpPr>
            <a:xfrm>
              <a:off x="570811" y="1286119"/>
              <a:ext cx="808587" cy="589002"/>
              <a:chOff x="6786897" y="4358057"/>
              <a:chExt cx="1322470" cy="963332"/>
            </a:xfrm>
          </p:grpSpPr>
          <p:sp>
            <p:nvSpPr>
              <p:cNvPr id="19" name="月 18">
                <a:extLst>
                  <a:ext uri="{FF2B5EF4-FFF2-40B4-BE49-F238E27FC236}">
                    <a16:creationId xmlns:a16="http://schemas.microsoft.com/office/drawing/2014/main" id="{6A334977-AE51-860E-07BD-508445A54CBA}"/>
                  </a:ext>
                </a:extLst>
              </p:cNvPr>
              <p:cNvSpPr/>
              <p:nvPr/>
            </p:nvSpPr>
            <p:spPr>
              <a:xfrm rot="16200000">
                <a:off x="7211850" y="4423873"/>
                <a:ext cx="472563" cy="1322470"/>
              </a:xfrm>
              <a:prstGeom prst="moon">
                <a:avLst>
                  <a:gd name="adj" fmla="val 21507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二等辺三角形 19">
                <a:extLst>
                  <a:ext uri="{FF2B5EF4-FFF2-40B4-BE49-F238E27FC236}">
                    <a16:creationId xmlns:a16="http://schemas.microsoft.com/office/drawing/2014/main" id="{13E3077A-E9F1-36D7-7737-5AEC0632DE7C}"/>
                  </a:ext>
                </a:extLst>
              </p:cNvPr>
              <p:cNvSpPr/>
              <p:nvPr/>
            </p:nvSpPr>
            <p:spPr>
              <a:xfrm>
                <a:off x="7047674" y="4358057"/>
                <a:ext cx="800911" cy="878569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9406AF1A-D532-52F0-5360-81B07C1F7745}"/>
              </a:ext>
            </a:extLst>
          </p:cNvPr>
          <p:cNvGrpSpPr/>
          <p:nvPr/>
        </p:nvGrpSpPr>
        <p:grpSpPr>
          <a:xfrm>
            <a:off x="10631307" y="885696"/>
            <a:ext cx="1182205" cy="5086608"/>
            <a:chOff x="10631307" y="1014918"/>
            <a:chExt cx="1182205" cy="5086608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D8CD6D19-2BB6-58E9-E087-397BBAD80ADE}"/>
                </a:ext>
              </a:extLst>
            </p:cNvPr>
            <p:cNvGrpSpPr/>
            <p:nvPr/>
          </p:nvGrpSpPr>
          <p:grpSpPr>
            <a:xfrm>
              <a:off x="10631307" y="1014918"/>
              <a:ext cx="1182205" cy="5086608"/>
              <a:chOff x="384002" y="1014918"/>
              <a:chExt cx="1182205" cy="5086608"/>
            </a:xfrm>
          </p:grpSpPr>
          <p:sp>
            <p:nvSpPr>
              <p:cNvPr id="24" name="四角形: 角を丸くする 23">
                <a:extLst>
                  <a:ext uri="{FF2B5EF4-FFF2-40B4-BE49-F238E27FC236}">
                    <a16:creationId xmlns:a16="http://schemas.microsoft.com/office/drawing/2014/main" id="{75840D98-7197-7E11-E003-E487EB442B58}"/>
                  </a:ext>
                </a:extLst>
              </p:cNvPr>
              <p:cNvSpPr/>
              <p:nvPr/>
            </p:nvSpPr>
            <p:spPr>
              <a:xfrm>
                <a:off x="384003" y="1800885"/>
                <a:ext cx="1182204" cy="4300641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  <a:alpha val="85000"/>
                </a:schemeClr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7C1E99C6-30C5-37D7-B7E2-7B0E379DD9EE}"/>
                  </a:ext>
                </a:extLst>
              </p:cNvPr>
              <p:cNvSpPr/>
              <p:nvPr/>
            </p:nvSpPr>
            <p:spPr>
              <a:xfrm>
                <a:off x="384002" y="1014918"/>
                <a:ext cx="1182205" cy="1182205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7E51966D-ECA8-B532-E095-18EBDCDC375B}"/>
                </a:ext>
              </a:extLst>
            </p:cNvPr>
            <p:cNvGrpSpPr/>
            <p:nvPr/>
          </p:nvGrpSpPr>
          <p:grpSpPr>
            <a:xfrm>
              <a:off x="10788085" y="2430125"/>
              <a:ext cx="837726" cy="837081"/>
              <a:chOff x="10799110" y="1288599"/>
              <a:chExt cx="837726" cy="837081"/>
            </a:xfrm>
          </p:grpSpPr>
          <p:grpSp>
            <p:nvGrpSpPr>
              <p:cNvPr id="14" name="グループ化 13">
                <a:extLst>
                  <a:ext uri="{FF2B5EF4-FFF2-40B4-BE49-F238E27FC236}">
                    <a16:creationId xmlns:a16="http://schemas.microsoft.com/office/drawing/2014/main" id="{1090A71D-501C-303D-BFCB-11CBD9670CDF}"/>
                  </a:ext>
                </a:extLst>
              </p:cNvPr>
              <p:cNvGrpSpPr/>
              <p:nvPr/>
            </p:nvGrpSpPr>
            <p:grpSpPr>
              <a:xfrm>
                <a:off x="10799110" y="1288599"/>
                <a:ext cx="833139" cy="833139"/>
                <a:chOff x="7462825" y="2159900"/>
                <a:chExt cx="890013" cy="890013"/>
              </a:xfrm>
            </p:grpSpPr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464957FB-B6C2-0B22-0B4E-1F01BCF88317}"/>
                    </a:ext>
                  </a:extLst>
                </p:cNvPr>
                <p:cNvSpPr/>
                <p:nvPr/>
              </p:nvSpPr>
              <p:spPr>
                <a:xfrm rot="21181824">
                  <a:off x="7462825" y="2159900"/>
                  <a:ext cx="890013" cy="89001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16" name="図 15">
                  <a:extLst>
                    <a:ext uri="{FF2B5EF4-FFF2-40B4-BE49-F238E27FC236}">
                      <a16:creationId xmlns:a16="http://schemas.microsoft.com/office/drawing/2014/main" id="{7A0C8075-7051-B76A-3BA3-EF39DBDC2E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523857" y="2223240"/>
                  <a:ext cx="770245" cy="770245"/>
                </a:xfrm>
                <a:prstGeom prst="rect">
                  <a:avLst/>
                </a:prstGeom>
              </p:spPr>
            </p:pic>
          </p:grpSp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14BA7745-D5F3-E8B0-4BD3-05D73EA0DEFC}"/>
                  </a:ext>
                </a:extLst>
              </p:cNvPr>
              <p:cNvSpPr/>
              <p:nvPr/>
            </p:nvSpPr>
            <p:spPr>
              <a:xfrm rot="21181824">
                <a:off x="10803697" y="1292541"/>
                <a:ext cx="833139" cy="83313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>
                    <a:latin typeface="07焔極太明朝" panose="02000600000000000000" pitchFamily="50" charset="-128"/>
                    <a:ea typeface="07焔極太明朝" panose="02000600000000000000" pitchFamily="50" charset="-128"/>
                  </a:rPr>
                  <a:t>6</a:t>
                </a:r>
                <a:r>
                  <a:rPr kumimoji="1" lang="en-US" altLang="ja-JP">
                    <a:latin typeface="07焔極太明朝" panose="02000600000000000000" pitchFamily="50" charset="-128"/>
                    <a:ea typeface="07焔極太明朝" panose="02000600000000000000" pitchFamily="50" charset="-128"/>
                  </a:rPr>
                  <a:t>0s</a:t>
                </a:r>
                <a:endParaRPr kumimoji="1" lang="ja-JP" altLang="en-US">
                  <a:latin typeface="07焔極太明朝" panose="02000600000000000000" pitchFamily="50" charset="-128"/>
                  <a:ea typeface="07焔極太明朝" panose="02000600000000000000" pitchFamily="50" charset="-128"/>
                </a:endParaRPr>
              </a:p>
            </p:txBody>
          </p:sp>
        </p:grp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20D6EACB-1679-DC96-F32E-C1B68A89306B}"/>
                </a:ext>
              </a:extLst>
            </p:cNvPr>
            <p:cNvGrpSpPr/>
            <p:nvPr/>
          </p:nvGrpSpPr>
          <p:grpSpPr>
            <a:xfrm>
              <a:off x="10757616" y="3611843"/>
              <a:ext cx="898665" cy="833139"/>
              <a:chOff x="10757616" y="2940198"/>
              <a:chExt cx="898665" cy="833139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F30B0C68-9437-4FE3-F56A-A060B478364F}"/>
                  </a:ext>
                </a:extLst>
              </p:cNvPr>
              <p:cNvSpPr/>
              <p:nvPr/>
            </p:nvSpPr>
            <p:spPr>
              <a:xfrm rot="21181824">
                <a:off x="10799110" y="2940198"/>
                <a:ext cx="833139" cy="8331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8" name="図 37">
                <a:extLst>
                  <a:ext uri="{FF2B5EF4-FFF2-40B4-BE49-F238E27FC236}">
                    <a16:creationId xmlns:a16="http://schemas.microsoft.com/office/drawing/2014/main" id="{4E788BF9-C334-FCB3-5BCE-5685BFA003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57616" y="3019767"/>
                <a:ext cx="898665" cy="673999"/>
              </a:xfrm>
              <a:prstGeom prst="rect">
                <a:avLst/>
              </a:prstGeom>
            </p:spPr>
          </p:pic>
        </p:grp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4F044DCE-4875-9EB0-E785-3E3328E194F2}"/>
                </a:ext>
              </a:extLst>
            </p:cNvPr>
            <p:cNvGrpSpPr/>
            <p:nvPr/>
          </p:nvGrpSpPr>
          <p:grpSpPr>
            <a:xfrm>
              <a:off x="10790379" y="4789618"/>
              <a:ext cx="833139" cy="833139"/>
              <a:chOff x="10799110" y="4679387"/>
              <a:chExt cx="833139" cy="833139"/>
            </a:xfrm>
          </p:grpSpPr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5CC56A14-40D1-74DB-7CA6-0AB930F041E6}"/>
                  </a:ext>
                </a:extLst>
              </p:cNvPr>
              <p:cNvSpPr/>
              <p:nvPr/>
            </p:nvSpPr>
            <p:spPr>
              <a:xfrm rot="21181824">
                <a:off x="10799110" y="4679387"/>
                <a:ext cx="833139" cy="8331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0" name="図 39">
                <a:extLst>
                  <a:ext uri="{FF2B5EF4-FFF2-40B4-BE49-F238E27FC236}">
                    <a16:creationId xmlns:a16="http://schemas.microsoft.com/office/drawing/2014/main" id="{ADB6213B-8095-5161-F08E-15D2148A38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082600">
                <a:off x="10855906" y="4826127"/>
                <a:ext cx="719546" cy="539659"/>
              </a:xfrm>
              <a:prstGeom prst="rect">
                <a:avLst/>
              </a:prstGeom>
            </p:spPr>
          </p:pic>
        </p:grp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93B15D44-9C08-77B6-A35E-31F5BF445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3359" y="1230942"/>
              <a:ext cx="738481" cy="786333"/>
            </a:xfrm>
            <a:prstGeom prst="rect">
              <a:avLst/>
            </a:prstGeom>
            <a:scene3d>
              <a:camera prst="perspectiveLeft" fov="1200000">
                <a:rot lat="0" lon="600000" rev="0"/>
              </a:camera>
              <a:lightRig rig="threePt" dir="t"/>
            </a:scene3d>
          </p:spPr>
        </p:pic>
      </p:grpSp>
    </p:spTree>
    <p:extLst>
      <p:ext uri="{BB962C8B-B14F-4D97-AF65-F5344CB8AC3E}">
        <p14:creationId xmlns:p14="http://schemas.microsoft.com/office/powerpoint/2010/main" val="3788364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2CD18-1DB5-2E93-A5BF-C7C289E5A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A492E5D8-A1D8-2B9A-CE46-925DFC451DAD}"/>
              </a:ext>
            </a:extLst>
          </p:cNvPr>
          <p:cNvGrpSpPr/>
          <p:nvPr/>
        </p:nvGrpSpPr>
        <p:grpSpPr>
          <a:xfrm>
            <a:off x="1464518" y="60649"/>
            <a:ext cx="9798932" cy="6736702"/>
            <a:chOff x="1464518" y="60649"/>
            <a:chExt cx="9798932" cy="6736702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48F329E5-99AC-5264-ABFC-31FDAED5B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9" t="2578" r="1446" b="3211"/>
            <a:stretch>
              <a:fillRect/>
            </a:stretch>
          </p:blipFill>
          <p:spPr>
            <a:xfrm>
              <a:off x="1464518" y="60649"/>
              <a:ext cx="9262964" cy="673670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5" name="図 64">
              <a:extLst>
                <a:ext uri="{FF2B5EF4-FFF2-40B4-BE49-F238E27FC236}">
                  <a16:creationId xmlns:a16="http://schemas.microsoft.com/office/drawing/2014/main" id="{2215622E-859D-22FB-396B-EC379BA19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402364">
              <a:off x="7782982" y="513193"/>
              <a:ext cx="1337576" cy="1337576"/>
            </a:xfrm>
            <a:prstGeom prst="rect">
              <a:avLst/>
            </a:prstGeom>
            <a:scene3d>
              <a:camera prst="isometricBottomDown"/>
              <a:lightRig rig="threePt" dir="t"/>
            </a:scene3d>
          </p:spPr>
        </p:pic>
        <p:pic>
          <p:nvPicPr>
            <p:cNvPr id="67" name="図 66">
              <a:extLst>
                <a:ext uri="{FF2B5EF4-FFF2-40B4-BE49-F238E27FC236}">
                  <a16:creationId xmlns:a16="http://schemas.microsoft.com/office/drawing/2014/main" id="{97FBEE6A-6AA8-CACD-342F-E52138E7D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402364">
              <a:off x="6884974" y="656445"/>
              <a:ext cx="1337576" cy="1337576"/>
            </a:xfrm>
            <a:prstGeom prst="rect">
              <a:avLst/>
            </a:prstGeom>
            <a:scene3d>
              <a:camera prst="isometricBottomDown"/>
              <a:lightRig rig="threePt" dir="t"/>
            </a:scene3d>
          </p:spPr>
        </p:pic>
        <p:pic>
          <p:nvPicPr>
            <p:cNvPr id="57" name="図 56">
              <a:extLst>
                <a:ext uri="{FF2B5EF4-FFF2-40B4-BE49-F238E27FC236}">
                  <a16:creationId xmlns:a16="http://schemas.microsoft.com/office/drawing/2014/main" id="{F1EEBA51-88E1-8FB7-10B8-51AF63993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7062" y="2903805"/>
              <a:ext cx="2245045" cy="1683784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59" name="図 58">
              <a:extLst>
                <a:ext uri="{FF2B5EF4-FFF2-40B4-BE49-F238E27FC236}">
                  <a16:creationId xmlns:a16="http://schemas.microsoft.com/office/drawing/2014/main" id="{8A131D3E-6431-27BE-79CE-2C3D31547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8405" y="2290949"/>
              <a:ext cx="2245045" cy="1683784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8362E41C-B2F2-C46D-8842-0956AF8CBE3E}"/>
                </a:ext>
              </a:extLst>
            </p:cNvPr>
            <p:cNvGrpSpPr/>
            <p:nvPr/>
          </p:nvGrpSpPr>
          <p:grpSpPr>
            <a:xfrm>
              <a:off x="9710025" y="1519117"/>
              <a:ext cx="619063" cy="619063"/>
              <a:chOff x="10799110" y="4679387"/>
              <a:chExt cx="833139" cy="833139"/>
            </a:xfrm>
            <a:scene3d>
              <a:camera prst="isometricOffAxis2Right"/>
              <a:lightRig rig="threePt" dir="t"/>
            </a:scene3d>
          </p:grpSpPr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61B2A0F7-05CE-FCAA-24B3-ABF0CEAFBB5D}"/>
                  </a:ext>
                </a:extLst>
              </p:cNvPr>
              <p:cNvSpPr/>
              <p:nvPr/>
            </p:nvSpPr>
            <p:spPr>
              <a:xfrm rot="21181824">
                <a:off x="10799110" y="4679387"/>
                <a:ext cx="833139" cy="8331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4" name="図 63">
                <a:extLst>
                  <a:ext uri="{FF2B5EF4-FFF2-40B4-BE49-F238E27FC236}">
                    <a16:creationId xmlns:a16="http://schemas.microsoft.com/office/drawing/2014/main" id="{1304D625-574E-DD6C-221D-D1F41980D7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082600">
                <a:off x="10855906" y="4826127"/>
                <a:ext cx="719546" cy="539659"/>
              </a:xfrm>
              <a:prstGeom prst="rect">
                <a:avLst/>
              </a:prstGeom>
            </p:spPr>
          </p:pic>
        </p:grpSp>
        <p:pic>
          <p:nvPicPr>
            <p:cNvPr id="72" name="図 71">
              <a:extLst>
                <a:ext uri="{FF2B5EF4-FFF2-40B4-BE49-F238E27FC236}">
                  <a16:creationId xmlns:a16="http://schemas.microsoft.com/office/drawing/2014/main" id="{D0484104-C9C3-0878-4896-CAC507D41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8899935" y="3444290"/>
              <a:ext cx="1226128" cy="53965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82" name="図 81">
              <a:extLst>
                <a:ext uri="{FF2B5EF4-FFF2-40B4-BE49-F238E27FC236}">
                  <a16:creationId xmlns:a16="http://schemas.microsoft.com/office/drawing/2014/main" id="{E90A5FE8-0A47-6D74-FDB7-B2A092E38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9098959" y="2842099"/>
              <a:ext cx="1226128" cy="53965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94" name="図 93">
              <a:extLst>
                <a:ext uri="{FF2B5EF4-FFF2-40B4-BE49-F238E27FC236}">
                  <a16:creationId xmlns:a16="http://schemas.microsoft.com/office/drawing/2014/main" id="{06450118-8A1C-F490-CE89-1EFD08D78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384" t="72502"/>
            <a:stretch>
              <a:fillRect/>
            </a:stretch>
          </p:blipFill>
          <p:spPr>
            <a:xfrm flipH="1">
              <a:off x="8406652" y="4106261"/>
              <a:ext cx="1293184" cy="1002013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97" name="図 96">
              <a:extLst>
                <a:ext uri="{FF2B5EF4-FFF2-40B4-BE49-F238E27FC236}">
                  <a16:creationId xmlns:a16="http://schemas.microsoft.com/office/drawing/2014/main" id="{948FFE6B-C16D-1562-9BCA-6B141B1E2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384" t="72502"/>
            <a:stretch>
              <a:fillRect/>
            </a:stretch>
          </p:blipFill>
          <p:spPr>
            <a:xfrm flipH="1">
              <a:off x="8278916" y="3393420"/>
              <a:ext cx="1293184" cy="1002013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0" name="図 99">
              <a:extLst>
                <a:ext uri="{FF2B5EF4-FFF2-40B4-BE49-F238E27FC236}">
                  <a16:creationId xmlns:a16="http://schemas.microsoft.com/office/drawing/2014/main" id="{B20E9492-FFE0-F9B1-8128-96EF79EB3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384" t="72502"/>
            <a:stretch>
              <a:fillRect/>
            </a:stretch>
          </p:blipFill>
          <p:spPr>
            <a:xfrm flipH="1">
              <a:off x="8415851" y="2752853"/>
              <a:ext cx="1293184" cy="1002013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4" name="図 103">
              <a:extLst>
                <a:ext uri="{FF2B5EF4-FFF2-40B4-BE49-F238E27FC236}">
                  <a16:creationId xmlns:a16="http://schemas.microsoft.com/office/drawing/2014/main" id="{7AB168FD-C7ED-BB52-C4D3-D6696B585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721"/>
            <a:stretch>
              <a:fillRect/>
            </a:stretch>
          </p:blipFill>
          <p:spPr>
            <a:xfrm rot="20222463" flipH="1">
              <a:off x="8892013" y="2510052"/>
              <a:ext cx="1131336" cy="110656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6" name="図 105">
              <a:extLst>
                <a:ext uri="{FF2B5EF4-FFF2-40B4-BE49-F238E27FC236}">
                  <a16:creationId xmlns:a16="http://schemas.microsoft.com/office/drawing/2014/main" id="{2C4B2DFC-38CC-7213-EF54-0F40E296C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721"/>
            <a:stretch>
              <a:fillRect/>
            </a:stretch>
          </p:blipFill>
          <p:spPr>
            <a:xfrm rot="20420475" flipH="1">
              <a:off x="8812109" y="3844873"/>
              <a:ext cx="1217493" cy="110656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8" name="図 107">
              <a:extLst>
                <a:ext uri="{FF2B5EF4-FFF2-40B4-BE49-F238E27FC236}">
                  <a16:creationId xmlns:a16="http://schemas.microsoft.com/office/drawing/2014/main" id="{8347C4AB-42E6-7F79-6898-450307216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721"/>
            <a:stretch>
              <a:fillRect/>
            </a:stretch>
          </p:blipFill>
          <p:spPr>
            <a:xfrm rot="20420475" flipH="1">
              <a:off x="8739536" y="3259839"/>
              <a:ext cx="1217493" cy="110656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grpSp>
          <p:nvGrpSpPr>
            <p:cNvPr id="110" name="グループ化 109">
              <a:extLst>
                <a:ext uri="{FF2B5EF4-FFF2-40B4-BE49-F238E27FC236}">
                  <a16:creationId xmlns:a16="http://schemas.microsoft.com/office/drawing/2014/main" id="{D85C5DA5-B392-33FF-3DF6-F258878B9D11}"/>
                </a:ext>
              </a:extLst>
            </p:cNvPr>
            <p:cNvGrpSpPr/>
            <p:nvPr/>
          </p:nvGrpSpPr>
          <p:grpSpPr>
            <a:xfrm>
              <a:off x="8559947" y="1949661"/>
              <a:ext cx="754362" cy="1010384"/>
              <a:chOff x="540604" y="2929405"/>
              <a:chExt cx="826175" cy="1106569"/>
            </a:xfrm>
            <a:scene3d>
              <a:camera prst="isometricOffAxis2Right"/>
              <a:lightRig rig="threePt" dir="t"/>
            </a:scene3d>
          </p:grpSpPr>
          <p:sp>
            <p:nvSpPr>
              <p:cNvPr id="111" name="正方形/長方形 110">
                <a:extLst>
                  <a:ext uri="{FF2B5EF4-FFF2-40B4-BE49-F238E27FC236}">
                    <a16:creationId xmlns:a16="http://schemas.microsoft.com/office/drawing/2014/main" id="{B318529B-9C86-5EA8-E4AC-2F9D800C8569}"/>
                  </a:ext>
                </a:extLst>
              </p:cNvPr>
              <p:cNvSpPr/>
              <p:nvPr/>
            </p:nvSpPr>
            <p:spPr>
              <a:xfrm rot="765235">
                <a:off x="581386" y="3060995"/>
                <a:ext cx="776832" cy="77683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12" name="図 111">
                <a:extLst>
                  <a:ext uri="{FF2B5EF4-FFF2-40B4-BE49-F238E27FC236}">
                    <a16:creationId xmlns:a16="http://schemas.microsoft.com/office/drawing/2014/main" id="{90F18716-2B3E-8D8E-A950-DAD774F522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7218"/>
              <a:stretch>
                <a:fillRect/>
              </a:stretch>
            </p:blipFill>
            <p:spPr>
              <a:xfrm rot="896244">
                <a:off x="540604" y="2929405"/>
                <a:ext cx="826175" cy="1106569"/>
              </a:xfrm>
              <a:prstGeom prst="rect">
                <a:avLst/>
              </a:prstGeom>
            </p:spPr>
          </p:pic>
        </p:grp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9B624A28-0762-099E-7E05-09E5FFDAB4F1}"/>
                </a:ext>
              </a:extLst>
            </p:cNvPr>
            <p:cNvSpPr/>
            <p:nvPr/>
          </p:nvSpPr>
          <p:spPr>
            <a:xfrm>
              <a:off x="1926677" y="1911370"/>
              <a:ext cx="6610297" cy="420656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bg1">
                  <a:lumMod val="9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43" name="図 342">
              <a:extLst>
                <a:ext uri="{FF2B5EF4-FFF2-40B4-BE49-F238E27FC236}">
                  <a16:creationId xmlns:a16="http://schemas.microsoft.com/office/drawing/2014/main" id="{7B47BD7A-8561-DB95-6F4D-5CD324944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29" t="12501" r="7145" b="27262"/>
            <a:stretch>
              <a:fillRect/>
            </a:stretch>
          </p:blipFill>
          <p:spPr>
            <a:xfrm>
              <a:off x="1926677" y="1934967"/>
              <a:ext cx="6562982" cy="4182972"/>
            </a:xfrm>
            <a:prstGeom prst="rect">
              <a:avLst/>
            </a:prstGeom>
          </p:spPr>
        </p:pic>
        <p:grpSp>
          <p:nvGrpSpPr>
            <p:cNvPr id="344" name="グループ化 343">
              <a:extLst>
                <a:ext uri="{FF2B5EF4-FFF2-40B4-BE49-F238E27FC236}">
                  <a16:creationId xmlns:a16="http://schemas.microsoft.com/office/drawing/2014/main" id="{DCF48763-AA93-197A-376B-FE4C1B2D7144}"/>
                </a:ext>
              </a:extLst>
            </p:cNvPr>
            <p:cNvGrpSpPr/>
            <p:nvPr/>
          </p:nvGrpSpPr>
          <p:grpSpPr>
            <a:xfrm>
              <a:off x="4191815" y="3074997"/>
              <a:ext cx="1920958" cy="1920958"/>
              <a:chOff x="4483246" y="3219025"/>
              <a:chExt cx="1665251" cy="1665251"/>
            </a:xfrm>
            <a:effectLst>
              <a:glow rad="88900">
                <a:schemeClr val="bg1">
                  <a:lumMod val="95000"/>
                  <a:alpha val="70000"/>
                </a:schemeClr>
              </a:glow>
            </a:effectLst>
            <a:scene3d>
              <a:camera prst="perspectiveLeft" fov="1200000">
                <a:rot lat="0" lon="600002" rev="0"/>
              </a:camera>
              <a:lightRig rig="threePt" dir="t"/>
            </a:scene3d>
          </p:grpSpPr>
          <p:sp>
            <p:nvSpPr>
              <p:cNvPr id="345" name="楕円 344">
                <a:extLst>
                  <a:ext uri="{FF2B5EF4-FFF2-40B4-BE49-F238E27FC236}">
                    <a16:creationId xmlns:a16="http://schemas.microsoft.com/office/drawing/2014/main" id="{CF850031-9FD4-B8C6-88F5-0311E4497B44}"/>
                  </a:ext>
                </a:extLst>
              </p:cNvPr>
              <p:cNvSpPr/>
              <p:nvPr/>
            </p:nvSpPr>
            <p:spPr>
              <a:xfrm>
                <a:off x="4483246" y="3219025"/>
                <a:ext cx="1665251" cy="16652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346" name="グループ化 345">
                <a:extLst>
                  <a:ext uri="{FF2B5EF4-FFF2-40B4-BE49-F238E27FC236}">
                    <a16:creationId xmlns:a16="http://schemas.microsoft.com/office/drawing/2014/main" id="{563D6F75-BECA-7AFB-6ABD-3B73DD841C8A}"/>
                  </a:ext>
                </a:extLst>
              </p:cNvPr>
              <p:cNvGrpSpPr/>
              <p:nvPr/>
            </p:nvGrpSpPr>
            <p:grpSpPr>
              <a:xfrm>
                <a:off x="4788714" y="3667651"/>
                <a:ext cx="1054315" cy="767998"/>
                <a:chOff x="6786897" y="4358057"/>
                <a:chExt cx="1322470" cy="963332"/>
              </a:xfrm>
            </p:grpSpPr>
            <p:sp>
              <p:nvSpPr>
                <p:cNvPr id="347" name="月 346">
                  <a:extLst>
                    <a:ext uri="{FF2B5EF4-FFF2-40B4-BE49-F238E27FC236}">
                      <a16:creationId xmlns:a16="http://schemas.microsoft.com/office/drawing/2014/main" id="{39E19AC7-01C6-42B4-D38C-853C780D2FDD}"/>
                    </a:ext>
                  </a:extLst>
                </p:cNvPr>
                <p:cNvSpPr/>
                <p:nvPr/>
              </p:nvSpPr>
              <p:spPr>
                <a:xfrm rot="16200000">
                  <a:off x="7211850" y="4423873"/>
                  <a:ext cx="472563" cy="1322470"/>
                </a:xfrm>
                <a:prstGeom prst="moon">
                  <a:avLst>
                    <a:gd name="adj" fmla="val 2150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48" name="二等辺三角形 347">
                  <a:extLst>
                    <a:ext uri="{FF2B5EF4-FFF2-40B4-BE49-F238E27FC236}">
                      <a16:creationId xmlns:a16="http://schemas.microsoft.com/office/drawing/2014/main" id="{770C1E05-E922-A19B-DC49-07899881880F}"/>
                    </a:ext>
                  </a:extLst>
                </p:cNvPr>
                <p:cNvSpPr/>
                <p:nvPr/>
              </p:nvSpPr>
              <p:spPr>
                <a:xfrm>
                  <a:off x="7047674" y="4358057"/>
                  <a:ext cx="800911" cy="878569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grpSp>
          <p:nvGrpSpPr>
            <p:cNvPr id="391" name="グループ化 390">
              <a:extLst>
                <a:ext uri="{FF2B5EF4-FFF2-40B4-BE49-F238E27FC236}">
                  <a16:creationId xmlns:a16="http://schemas.microsoft.com/office/drawing/2014/main" id="{A001D47E-2E0A-326A-5A43-B3568574B396}"/>
                </a:ext>
              </a:extLst>
            </p:cNvPr>
            <p:cNvGrpSpPr/>
            <p:nvPr/>
          </p:nvGrpSpPr>
          <p:grpSpPr>
            <a:xfrm>
              <a:off x="3025354" y="728994"/>
              <a:ext cx="1949467" cy="1171847"/>
              <a:chOff x="3023749" y="662966"/>
              <a:chExt cx="2094815" cy="1259217"/>
            </a:xfrm>
          </p:grpSpPr>
          <p:grpSp>
            <p:nvGrpSpPr>
              <p:cNvPr id="392" name="グループ化 391">
                <a:extLst>
                  <a:ext uri="{FF2B5EF4-FFF2-40B4-BE49-F238E27FC236}">
                    <a16:creationId xmlns:a16="http://schemas.microsoft.com/office/drawing/2014/main" id="{E3753185-1DD4-0480-462F-0E06ABD9D781}"/>
                  </a:ext>
                </a:extLst>
              </p:cNvPr>
              <p:cNvGrpSpPr/>
              <p:nvPr/>
            </p:nvGrpSpPr>
            <p:grpSpPr>
              <a:xfrm rot="10314581">
                <a:off x="3023749" y="792336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399" name="正方形/長方形 398">
                  <a:extLst>
                    <a:ext uri="{FF2B5EF4-FFF2-40B4-BE49-F238E27FC236}">
                      <a16:creationId xmlns:a16="http://schemas.microsoft.com/office/drawing/2014/main" id="{B1E75C3A-320A-6A7E-A082-4117056F8885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400" name="図 399">
                  <a:extLst>
                    <a:ext uri="{FF2B5EF4-FFF2-40B4-BE49-F238E27FC236}">
                      <a16:creationId xmlns:a16="http://schemas.microsoft.com/office/drawing/2014/main" id="{44F50F4A-F6FF-4BC2-78BB-2A38CFF713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393" name="グループ化 392">
                <a:extLst>
                  <a:ext uri="{FF2B5EF4-FFF2-40B4-BE49-F238E27FC236}">
                    <a16:creationId xmlns:a16="http://schemas.microsoft.com/office/drawing/2014/main" id="{845966FC-CC45-87F5-013C-003B24A4F917}"/>
                  </a:ext>
                </a:extLst>
              </p:cNvPr>
              <p:cNvGrpSpPr/>
              <p:nvPr/>
            </p:nvGrpSpPr>
            <p:grpSpPr>
              <a:xfrm rot="10314581">
                <a:off x="3855751" y="662966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397" name="正方形/長方形 396">
                  <a:extLst>
                    <a:ext uri="{FF2B5EF4-FFF2-40B4-BE49-F238E27FC236}">
                      <a16:creationId xmlns:a16="http://schemas.microsoft.com/office/drawing/2014/main" id="{9863F060-13EC-E248-36E0-B76C72309371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398" name="図 397">
                  <a:extLst>
                    <a:ext uri="{FF2B5EF4-FFF2-40B4-BE49-F238E27FC236}">
                      <a16:creationId xmlns:a16="http://schemas.microsoft.com/office/drawing/2014/main" id="{76C89414-2192-7A96-705A-516FEC2725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394" name="グループ化 393">
                <a:extLst>
                  <a:ext uri="{FF2B5EF4-FFF2-40B4-BE49-F238E27FC236}">
                    <a16:creationId xmlns:a16="http://schemas.microsoft.com/office/drawing/2014/main" id="{0DC8D249-B86B-8DC6-B286-ADE4A8FE9C1A}"/>
                  </a:ext>
                </a:extLst>
              </p:cNvPr>
              <p:cNvGrpSpPr/>
              <p:nvPr/>
            </p:nvGrpSpPr>
            <p:grpSpPr>
              <a:xfrm rot="10314581">
                <a:off x="4008566" y="884157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395" name="正方形/長方形 394">
                  <a:extLst>
                    <a:ext uri="{FF2B5EF4-FFF2-40B4-BE49-F238E27FC236}">
                      <a16:creationId xmlns:a16="http://schemas.microsoft.com/office/drawing/2014/main" id="{BEB9D0A9-A0A1-CA3D-CB6A-113C7541CDB9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396" name="図 395">
                  <a:extLst>
                    <a:ext uri="{FF2B5EF4-FFF2-40B4-BE49-F238E27FC236}">
                      <a16:creationId xmlns:a16="http://schemas.microsoft.com/office/drawing/2014/main" id="{06567814-3B9D-B71B-82C5-9D4A94D2E8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01" name="グループ化 400">
              <a:extLst>
                <a:ext uri="{FF2B5EF4-FFF2-40B4-BE49-F238E27FC236}">
                  <a16:creationId xmlns:a16="http://schemas.microsoft.com/office/drawing/2014/main" id="{68841DE8-672A-AD3C-8823-281497BB405B}"/>
                </a:ext>
              </a:extLst>
            </p:cNvPr>
            <p:cNvGrpSpPr/>
            <p:nvPr/>
          </p:nvGrpSpPr>
          <p:grpSpPr>
            <a:xfrm>
              <a:off x="4678128" y="694981"/>
              <a:ext cx="2094815" cy="1259217"/>
              <a:chOff x="3023749" y="662966"/>
              <a:chExt cx="2094815" cy="1259217"/>
            </a:xfrm>
          </p:grpSpPr>
          <p:grpSp>
            <p:nvGrpSpPr>
              <p:cNvPr id="402" name="グループ化 401">
                <a:extLst>
                  <a:ext uri="{FF2B5EF4-FFF2-40B4-BE49-F238E27FC236}">
                    <a16:creationId xmlns:a16="http://schemas.microsoft.com/office/drawing/2014/main" id="{D5279B08-BCB7-C4D9-C45C-94A06C0A1E49}"/>
                  </a:ext>
                </a:extLst>
              </p:cNvPr>
              <p:cNvGrpSpPr/>
              <p:nvPr/>
            </p:nvGrpSpPr>
            <p:grpSpPr>
              <a:xfrm rot="10314581">
                <a:off x="3023749" y="792336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409" name="正方形/長方形 408">
                  <a:extLst>
                    <a:ext uri="{FF2B5EF4-FFF2-40B4-BE49-F238E27FC236}">
                      <a16:creationId xmlns:a16="http://schemas.microsoft.com/office/drawing/2014/main" id="{C1CCDBD7-8096-29B5-B9B7-667192F9DC19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410" name="図 409">
                  <a:extLst>
                    <a:ext uri="{FF2B5EF4-FFF2-40B4-BE49-F238E27FC236}">
                      <a16:creationId xmlns:a16="http://schemas.microsoft.com/office/drawing/2014/main" id="{C81D87B7-FA00-C564-5F32-3EC9E023D3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403" name="グループ化 402">
                <a:extLst>
                  <a:ext uri="{FF2B5EF4-FFF2-40B4-BE49-F238E27FC236}">
                    <a16:creationId xmlns:a16="http://schemas.microsoft.com/office/drawing/2014/main" id="{D872B160-6EDB-719A-0AD2-2BB6B4CB814D}"/>
                  </a:ext>
                </a:extLst>
              </p:cNvPr>
              <p:cNvGrpSpPr/>
              <p:nvPr/>
            </p:nvGrpSpPr>
            <p:grpSpPr>
              <a:xfrm rot="10314581">
                <a:off x="3855751" y="662966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407" name="正方形/長方形 406">
                  <a:extLst>
                    <a:ext uri="{FF2B5EF4-FFF2-40B4-BE49-F238E27FC236}">
                      <a16:creationId xmlns:a16="http://schemas.microsoft.com/office/drawing/2014/main" id="{9CD2BD29-1E4B-8F1A-1C13-DE9C22BFD719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408" name="図 407">
                  <a:extLst>
                    <a:ext uri="{FF2B5EF4-FFF2-40B4-BE49-F238E27FC236}">
                      <a16:creationId xmlns:a16="http://schemas.microsoft.com/office/drawing/2014/main" id="{A94195BE-4D5A-A2D7-FB97-3C43E10B8A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404" name="グループ化 403">
                <a:extLst>
                  <a:ext uri="{FF2B5EF4-FFF2-40B4-BE49-F238E27FC236}">
                    <a16:creationId xmlns:a16="http://schemas.microsoft.com/office/drawing/2014/main" id="{A3103254-FE0E-C299-0855-D1834F73802A}"/>
                  </a:ext>
                </a:extLst>
              </p:cNvPr>
              <p:cNvGrpSpPr/>
              <p:nvPr/>
            </p:nvGrpSpPr>
            <p:grpSpPr>
              <a:xfrm rot="10314581">
                <a:off x="4008566" y="884157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405" name="正方形/長方形 404">
                  <a:extLst>
                    <a:ext uri="{FF2B5EF4-FFF2-40B4-BE49-F238E27FC236}">
                      <a16:creationId xmlns:a16="http://schemas.microsoft.com/office/drawing/2014/main" id="{0C8FBF45-7A7C-534B-6E1A-01447BBE0C6F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406" name="図 405">
                  <a:extLst>
                    <a:ext uri="{FF2B5EF4-FFF2-40B4-BE49-F238E27FC236}">
                      <a16:creationId xmlns:a16="http://schemas.microsoft.com/office/drawing/2014/main" id="{E3C54B38-1D45-610E-4E3C-A3AC47B5EA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01836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07DD7-BEE4-007D-5D5E-29E9B914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CCA181B-FF93-5A98-407C-538C64C47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1464518" y="60649"/>
            <a:ext cx="9262964" cy="6736702"/>
          </a:xfrm>
          <a:prstGeom prst="rect">
            <a:avLst/>
          </a:prstGeom>
          <a:ln>
            <a:noFill/>
          </a:ln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28CF8BD7-3629-8570-2F73-786D182F5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7782982" y="513193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871248DC-C470-E2C0-4C08-1F09C9658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6884974" y="656445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69C96FE-F02B-A347-F8CC-2C53D511171C}"/>
              </a:ext>
            </a:extLst>
          </p:cNvPr>
          <p:cNvGrpSpPr/>
          <p:nvPr/>
        </p:nvGrpSpPr>
        <p:grpSpPr>
          <a:xfrm rot="765235">
            <a:off x="541643" y="1343511"/>
            <a:ext cx="856317" cy="856317"/>
            <a:chOff x="1975681" y="3937390"/>
            <a:chExt cx="1007961" cy="100796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E1048D52-387B-67C3-8D32-71D214F581F7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BB2D3DCA-D521-878E-ADB9-03ECB8B1B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597EB62-05DC-4E98-8F57-4B31F001BB22}"/>
              </a:ext>
            </a:extLst>
          </p:cNvPr>
          <p:cNvSpPr/>
          <p:nvPr/>
        </p:nvSpPr>
        <p:spPr>
          <a:xfrm rot="765235">
            <a:off x="581386" y="4738737"/>
            <a:ext cx="776832" cy="776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DFF96CC3-6E2C-94F7-2F18-E7D863AEB78E}"/>
              </a:ext>
            </a:extLst>
          </p:cNvPr>
          <p:cNvGrpSpPr/>
          <p:nvPr/>
        </p:nvGrpSpPr>
        <p:grpSpPr>
          <a:xfrm>
            <a:off x="10799110" y="1288599"/>
            <a:ext cx="833139" cy="833139"/>
            <a:chOff x="7462825" y="2159900"/>
            <a:chExt cx="890013" cy="890013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79B284E-E523-EF73-17E5-0D6996A6CD47}"/>
                </a:ext>
              </a:extLst>
            </p:cNvPr>
            <p:cNvSpPr/>
            <p:nvPr/>
          </p:nvSpPr>
          <p:spPr>
            <a:xfrm rot="21181824">
              <a:off x="7462825" y="2159900"/>
              <a:ext cx="890013" cy="8900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B4A05DD9-6B46-2BD1-1225-B368FB5D3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857" y="2223240"/>
              <a:ext cx="770245" cy="770245"/>
            </a:xfrm>
            <a:prstGeom prst="rect">
              <a:avLst/>
            </a:prstGeom>
          </p:spPr>
        </p:pic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E8FD1F9-2505-ABC5-0029-F39905393DC1}"/>
              </a:ext>
            </a:extLst>
          </p:cNvPr>
          <p:cNvGrpSpPr/>
          <p:nvPr/>
        </p:nvGrpSpPr>
        <p:grpSpPr>
          <a:xfrm>
            <a:off x="10757616" y="2940198"/>
            <a:ext cx="898665" cy="833139"/>
            <a:chOff x="10757616" y="2940198"/>
            <a:chExt cx="898665" cy="833139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D2D8C7D5-ACC7-588C-3D38-690FE19FB39F}"/>
                </a:ext>
              </a:extLst>
            </p:cNvPr>
            <p:cNvSpPr/>
            <p:nvPr/>
          </p:nvSpPr>
          <p:spPr>
            <a:xfrm rot="21181824">
              <a:off x="10799110" y="2940198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C2AF2838-B37D-36EC-33C4-BD4CF05B1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57616" y="3019767"/>
              <a:ext cx="898665" cy="673999"/>
            </a:xfrm>
            <a:prstGeom prst="rect">
              <a:avLst/>
            </a:prstGeom>
          </p:spPr>
        </p:pic>
      </p:grp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947B1B03-2C47-77C7-154A-D78952749EC9}"/>
              </a:ext>
            </a:extLst>
          </p:cNvPr>
          <p:cNvGrpSpPr/>
          <p:nvPr/>
        </p:nvGrpSpPr>
        <p:grpSpPr>
          <a:xfrm>
            <a:off x="10799110" y="4679387"/>
            <a:ext cx="833139" cy="833139"/>
            <a:chOff x="10799110" y="4679387"/>
            <a:chExt cx="833139" cy="833139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5E18B02E-08A7-6A0C-4E59-3A1F0B130AA0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5F50873E-3831-E3B1-C9A4-085B9BB4B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pic>
        <p:nvPicPr>
          <p:cNvPr id="57" name="図 56">
            <a:extLst>
              <a:ext uri="{FF2B5EF4-FFF2-40B4-BE49-F238E27FC236}">
                <a16:creationId xmlns:a16="http://schemas.microsoft.com/office/drawing/2014/main" id="{CE2E731B-2104-1457-CED4-C3EC54CBFC0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062" y="2903805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272ADF77-F3C9-AC0E-5814-1AC8DAA7BCF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405" y="2290949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D2F35B80-B182-1297-785B-EECF275D0226}"/>
              </a:ext>
            </a:extLst>
          </p:cNvPr>
          <p:cNvGrpSpPr/>
          <p:nvPr/>
        </p:nvGrpSpPr>
        <p:grpSpPr>
          <a:xfrm>
            <a:off x="9710025" y="1519117"/>
            <a:ext cx="619063" cy="619063"/>
            <a:chOff x="10799110" y="4679387"/>
            <a:chExt cx="833139" cy="833139"/>
          </a:xfrm>
          <a:scene3d>
            <a:camera prst="isometricOffAxis2Right"/>
            <a:lightRig rig="threePt" dir="t"/>
          </a:scene3d>
        </p:grpSpPr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F090352E-F881-FDF4-5E4B-0C6D2BED9695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18A20B3B-85A0-657A-1B0E-C85477147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pic>
        <p:nvPicPr>
          <p:cNvPr id="72" name="図 71">
            <a:extLst>
              <a:ext uri="{FF2B5EF4-FFF2-40B4-BE49-F238E27FC236}">
                <a16:creationId xmlns:a16="http://schemas.microsoft.com/office/drawing/2014/main" id="{F5629F73-DCE0-8DA5-B9BF-874C3E1A9F1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8899935" y="3444290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56F1EAD6-BC35-3527-FE03-59583EABEB0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9098959" y="2842099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87D1049B-0CF0-A2DB-D7AA-BDCA9EB0DC78}"/>
              </a:ext>
            </a:extLst>
          </p:cNvPr>
          <p:cNvGrpSpPr/>
          <p:nvPr/>
        </p:nvGrpSpPr>
        <p:grpSpPr>
          <a:xfrm>
            <a:off x="540604" y="2929405"/>
            <a:ext cx="826175" cy="1106569"/>
            <a:chOff x="540604" y="2929405"/>
            <a:chExt cx="826175" cy="1106569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9130F3E-F220-86BB-4D9B-B1890034E0E6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6" name="図 85">
              <a:extLst>
                <a:ext uri="{FF2B5EF4-FFF2-40B4-BE49-F238E27FC236}">
                  <a16:creationId xmlns:a16="http://schemas.microsoft.com/office/drawing/2014/main" id="{E6C100D6-AE22-6DF8-B254-8A5F26AD4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pic>
        <p:nvPicPr>
          <p:cNvPr id="90" name="図 89">
            <a:extLst>
              <a:ext uri="{FF2B5EF4-FFF2-40B4-BE49-F238E27FC236}">
                <a16:creationId xmlns:a16="http://schemas.microsoft.com/office/drawing/2014/main" id="{5439BD1E-36FC-EE43-B304-D97BAD578538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6517">
            <a:off x="744895" y="4902609"/>
            <a:ext cx="486411" cy="486411"/>
          </a:xfrm>
          <a:prstGeom prst="rect">
            <a:avLst/>
          </a:prstGeom>
        </p:spPr>
      </p:pic>
      <p:pic>
        <p:nvPicPr>
          <p:cNvPr id="94" name="図 93">
            <a:extLst>
              <a:ext uri="{FF2B5EF4-FFF2-40B4-BE49-F238E27FC236}">
                <a16:creationId xmlns:a16="http://schemas.microsoft.com/office/drawing/2014/main" id="{75F2A047-0F2C-404E-0091-9F3C901C7CDE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06652" y="4106261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97" name="図 96">
            <a:extLst>
              <a:ext uri="{FF2B5EF4-FFF2-40B4-BE49-F238E27FC236}">
                <a16:creationId xmlns:a16="http://schemas.microsoft.com/office/drawing/2014/main" id="{4540B1E6-3D60-63DD-761D-F0FE0EF19C96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278916" y="3393420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0" name="図 99">
            <a:extLst>
              <a:ext uri="{FF2B5EF4-FFF2-40B4-BE49-F238E27FC236}">
                <a16:creationId xmlns:a16="http://schemas.microsoft.com/office/drawing/2014/main" id="{DF415849-BC75-DF1A-0A2B-E621A21F35B1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15851" y="2752853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4" name="図 103">
            <a:extLst>
              <a:ext uri="{FF2B5EF4-FFF2-40B4-BE49-F238E27FC236}">
                <a16:creationId xmlns:a16="http://schemas.microsoft.com/office/drawing/2014/main" id="{766F88B5-BDFC-B73F-BDB4-062005D9E50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222463" flipH="1">
            <a:off x="8892013" y="2510052"/>
            <a:ext cx="1131336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6" name="図 105">
            <a:extLst>
              <a:ext uri="{FF2B5EF4-FFF2-40B4-BE49-F238E27FC236}">
                <a16:creationId xmlns:a16="http://schemas.microsoft.com/office/drawing/2014/main" id="{20576AAD-3E5C-227B-37A8-01D1A508D87C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812109" y="3844873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8" name="図 107">
            <a:extLst>
              <a:ext uri="{FF2B5EF4-FFF2-40B4-BE49-F238E27FC236}">
                <a16:creationId xmlns:a16="http://schemas.microsoft.com/office/drawing/2014/main" id="{28AF85E1-F30A-EBA0-B97A-47D9906AA915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739536" y="3259839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0FDDDCA6-BB3E-654C-B8BB-3B820B61C5BF}"/>
              </a:ext>
            </a:extLst>
          </p:cNvPr>
          <p:cNvGrpSpPr/>
          <p:nvPr/>
        </p:nvGrpSpPr>
        <p:grpSpPr>
          <a:xfrm>
            <a:off x="8559947" y="1949661"/>
            <a:ext cx="754362" cy="1010384"/>
            <a:chOff x="540604" y="2929405"/>
            <a:chExt cx="826175" cy="1106569"/>
          </a:xfrm>
          <a:scene3d>
            <a:camera prst="isometricOffAxis2Right"/>
            <a:lightRig rig="threePt" dir="t"/>
          </a:scene3d>
        </p:grpSpPr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8088BF65-4EBF-D100-A5ED-71E8A428C217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2" name="図 111">
              <a:extLst>
                <a:ext uri="{FF2B5EF4-FFF2-40B4-BE49-F238E27FC236}">
                  <a16:creationId xmlns:a16="http://schemas.microsoft.com/office/drawing/2014/main" id="{6EDC5C67-9245-8096-9EFB-FCAD9DB89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961E6264-9BCF-3613-B623-DE34EA7C138C}"/>
              </a:ext>
            </a:extLst>
          </p:cNvPr>
          <p:cNvGrpSpPr/>
          <p:nvPr/>
        </p:nvGrpSpPr>
        <p:grpSpPr>
          <a:xfrm>
            <a:off x="1926677" y="1911370"/>
            <a:ext cx="6610297" cy="4206569"/>
            <a:chOff x="1926677" y="1911370"/>
            <a:chExt cx="6610297" cy="4206569"/>
          </a:xfrm>
        </p:grpSpPr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979A1E5F-F4D6-50FB-3664-24EFC6B5DE2E}"/>
                </a:ext>
              </a:extLst>
            </p:cNvPr>
            <p:cNvSpPr/>
            <p:nvPr/>
          </p:nvSpPr>
          <p:spPr>
            <a:xfrm>
              <a:off x="1926677" y="1911370"/>
              <a:ext cx="6610297" cy="420656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bg1">
                  <a:lumMod val="9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43" name="図 342">
              <a:extLst>
                <a:ext uri="{FF2B5EF4-FFF2-40B4-BE49-F238E27FC236}">
                  <a16:creationId xmlns:a16="http://schemas.microsoft.com/office/drawing/2014/main" id="{BCE98F6B-C95D-D6A0-455C-D6DE5A0CA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29" t="12501" r="7145" b="27262"/>
            <a:stretch>
              <a:fillRect/>
            </a:stretch>
          </p:blipFill>
          <p:spPr>
            <a:xfrm>
              <a:off x="1926677" y="1934967"/>
              <a:ext cx="6562982" cy="4182972"/>
            </a:xfrm>
            <a:prstGeom prst="rect">
              <a:avLst/>
            </a:prstGeom>
          </p:spPr>
        </p:pic>
      </p:grpSp>
      <p:grpSp>
        <p:nvGrpSpPr>
          <p:cNvPr id="391" name="グループ化 390">
            <a:extLst>
              <a:ext uri="{FF2B5EF4-FFF2-40B4-BE49-F238E27FC236}">
                <a16:creationId xmlns:a16="http://schemas.microsoft.com/office/drawing/2014/main" id="{3A88BB00-B206-CBD6-670E-BCAF8109ADED}"/>
              </a:ext>
            </a:extLst>
          </p:cNvPr>
          <p:cNvGrpSpPr/>
          <p:nvPr/>
        </p:nvGrpSpPr>
        <p:grpSpPr>
          <a:xfrm>
            <a:off x="3025354" y="728994"/>
            <a:ext cx="1949467" cy="1171847"/>
            <a:chOff x="3023749" y="662966"/>
            <a:chExt cx="2094815" cy="1259217"/>
          </a:xfrm>
        </p:grpSpPr>
        <p:grpSp>
          <p:nvGrpSpPr>
            <p:cNvPr id="392" name="グループ化 391">
              <a:extLst>
                <a:ext uri="{FF2B5EF4-FFF2-40B4-BE49-F238E27FC236}">
                  <a16:creationId xmlns:a16="http://schemas.microsoft.com/office/drawing/2014/main" id="{50B221E6-322A-CFDC-EB92-2B584EE396CA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399" name="正方形/長方形 398">
                <a:extLst>
                  <a:ext uri="{FF2B5EF4-FFF2-40B4-BE49-F238E27FC236}">
                    <a16:creationId xmlns:a16="http://schemas.microsoft.com/office/drawing/2014/main" id="{2C389BD6-EAAE-8FA7-01BD-05A70D00C378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00" name="図 399">
                <a:extLst>
                  <a:ext uri="{FF2B5EF4-FFF2-40B4-BE49-F238E27FC236}">
                    <a16:creationId xmlns:a16="http://schemas.microsoft.com/office/drawing/2014/main" id="{41A61A9B-F29D-2413-FF3C-848E5A5AF0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393" name="グループ化 392">
              <a:extLst>
                <a:ext uri="{FF2B5EF4-FFF2-40B4-BE49-F238E27FC236}">
                  <a16:creationId xmlns:a16="http://schemas.microsoft.com/office/drawing/2014/main" id="{3F878E33-CC09-E2C4-F14B-974AE6E1BC8A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397" name="正方形/長方形 396">
                <a:extLst>
                  <a:ext uri="{FF2B5EF4-FFF2-40B4-BE49-F238E27FC236}">
                    <a16:creationId xmlns:a16="http://schemas.microsoft.com/office/drawing/2014/main" id="{2A1DED90-A93A-A56D-16AD-DDAF2DC5CB16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98" name="図 397">
                <a:extLst>
                  <a:ext uri="{FF2B5EF4-FFF2-40B4-BE49-F238E27FC236}">
                    <a16:creationId xmlns:a16="http://schemas.microsoft.com/office/drawing/2014/main" id="{FFCF8304-F607-E4FD-869B-4848509EE2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394" name="グループ化 393">
              <a:extLst>
                <a:ext uri="{FF2B5EF4-FFF2-40B4-BE49-F238E27FC236}">
                  <a16:creationId xmlns:a16="http://schemas.microsoft.com/office/drawing/2014/main" id="{93DD3BEA-3C58-DADA-60A1-8CD226D759AE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395" name="正方形/長方形 394">
                <a:extLst>
                  <a:ext uri="{FF2B5EF4-FFF2-40B4-BE49-F238E27FC236}">
                    <a16:creationId xmlns:a16="http://schemas.microsoft.com/office/drawing/2014/main" id="{C3DEC500-7D44-DCF2-3A91-4BD11CFC0222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96" name="図 395">
                <a:extLst>
                  <a:ext uri="{FF2B5EF4-FFF2-40B4-BE49-F238E27FC236}">
                    <a16:creationId xmlns:a16="http://schemas.microsoft.com/office/drawing/2014/main" id="{F87B5920-F8AD-2F8C-7196-9BEB43AADB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401" name="グループ化 400">
            <a:extLst>
              <a:ext uri="{FF2B5EF4-FFF2-40B4-BE49-F238E27FC236}">
                <a16:creationId xmlns:a16="http://schemas.microsoft.com/office/drawing/2014/main" id="{3FD8DB44-D516-A249-8928-96166F96CF08}"/>
              </a:ext>
            </a:extLst>
          </p:cNvPr>
          <p:cNvGrpSpPr/>
          <p:nvPr/>
        </p:nvGrpSpPr>
        <p:grpSpPr>
          <a:xfrm>
            <a:off x="4678128" y="694981"/>
            <a:ext cx="2094815" cy="1259217"/>
            <a:chOff x="3023749" y="662966"/>
            <a:chExt cx="2094815" cy="1259217"/>
          </a:xfrm>
        </p:grpSpPr>
        <p:grpSp>
          <p:nvGrpSpPr>
            <p:cNvPr id="402" name="グループ化 401">
              <a:extLst>
                <a:ext uri="{FF2B5EF4-FFF2-40B4-BE49-F238E27FC236}">
                  <a16:creationId xmlns:a16="http://schemas.microsoft.com/office/drawing/2014/main" id="{8B192064-858D-C86B-57A0-54E1A5C2ABCD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409" name="正方形/長方形 408">
                <a:extLst>
                  <a:ext uri="{FF2B5EF4-FFF2-40B4-BE49-F238E27FC236}">
                    <a16:creationId xmlns:a16="http://schemas.microsoft.com/office/drawing/2014/main" id="{2C5C3567-0F26-DE04-485D-66BFD847B2D8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10" name="図 409">
                <a:extLst>
                  <a:ext uri="{FF2B5EF4-FFF2-40B4-BE49-F238E27FC236}">
                    <a16:creationId xmlns:a16="http://schemas.microsoft.com/office/drawing/2014/main" id="{60DF575A-B3BF-5322-9001-640AF2EBE4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03" name="グループ化 402">
              <a:extLst>
                <a:ext uri="{FF2B5EF4-FFF2-40B4-BE49-F238E27FC236}">
                  <a16:creationId xmlns:a16="http://schemas.microsoft.com/office/drawing/2014/main" id="{42A27A4E-0F46-5766-FEE2-4B9E1910B36E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407" name="正方形/長方形 406">
                <a:extLst>
                  <a:ext uri="{FF2B5EF4-FFF2-40B4-BE49-F238E27FC236}">
                    <a16:creationId xmlns:a16="http://schemas.microsoft.com/office/drawing/2014/main" id="{5CDF0FAC-C020-2286-45E0-7AC619CA2B0E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08" name="図 407">
                <a:extLst>
                  <a:ext uri="{FF2B5EF4-FFF2-40B4-BE49-F238E27FC236}">
                    <a16:creationId xmlns:a16="http://schemas.microsoft.com/office/drawing/2014/main" id="{021AE62F-D1A9-5119-B93E-031AA0C7E8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04" name="グループ化 403">
              <a:extLst>
                <a:ext uri="{FF2B5EF4-FFF2-40B4-BE49-F238E27FC236}">
                  <a16:creationId xmlns:a16="http://schemas.microsoft.com/office/drawing/2014/main" id="{C79CAE89-0CF6-0A15-9D8F-2874D6375247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405" name="正方形/長方形 404">
                <a:extLst>
                  <a:ext uri="{FF2B5EF4-FFF2-40B4-BE49-F238E27FC236}">
                    <a16:creationId xmlns:a16="http://schemas.microsoft.com/office/drawing/2014/main" id="{3CE20003-0FA3-8BAE-08AC-85C1175C546D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06" name="図 405">
                <a:extLst>
                  <a:ext uri="{FF2B5EF4-FFF2-40B4-BE49-F238E27FC236}">
                    <a16:creationId xmlns:a16="http://schemas.microsoft.com/office/drawing/2014/main" id="{03E5D45A-6777-E85F-FC54-A14BB2F02E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72777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3658D-C660-4F00-C118-2AD544C7E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BC02796-2E48-3CD5-6615-5526143DD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1464518" y="60649"/>
            <a:ext cx="9262964" cy="6736702"/>
          </a:xfrm>
          <a:prstGeom prst="rect">
            <a:avLst/>
          </a:prstGeom>
          <a:ln>
            <a:noFill/>
          </a:ln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F358A4DC-D005-CBB8-9724-29A845C88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7782982" y="513193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D28A6E41-9BCE-C315-CB36-C33BD75A8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6884974" y="656445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74479024-956A-29E8-50E0-F46E04AD8B72}"/>
              </a:ext>
            </a:extLst>
          </p:cNvPr>
          <p:cNvGrpSpPr/>
          <p:nvPr/>
        </p:nvGrpSpPr>
        <p:grpSpPr>
          <a:xfrm>
            <a:off x="3025354" y="728994"/>
            <a:ext cx="1949467" cy="1171847"/>
            <a:chOff x="3023749" y="662966"/>
            <a:chExt cx="2094815" cy="1259217"/>
          </a:xfrm>
        </p:grpSpPr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27817FF3-E429-3A69-19FB-8A3F17AECFAC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037D6651-199E-5B47-0D54-5E2EE216091B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1" name="図 70">
                <a:extLst>
                  <a:ext uri="{FF2B5EF4-FFF2-40B4-BE49-F238E27FC236}">
                    <a16:creationId xmlns:a16="http://schemas.microsoft.com/office/drawing/2014/main" id="{EFB909DB-21EE-6F28-8EE4-4AE653C96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4" name="グループ化 73">
              <a:extLst>
                <a:ext uri="{FF2B5EF4-FFF2-40B4-BE49-F238E27FC236}">
                  <a16:creationId xmlns:a16="http://schemas.microsoft.com/office/drawing/2014/main" id="{8E1E22A0-9B2F-2085-BB9D-570079B6543A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947AE905-49D3-8702-9982-FDCBC8E11570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6" name="図 75">
                <a:extLst>
                  <a:ext uri="{FF2B5EF4-FFF2-40B4-BE49-F238E27FC236}">
                    <a16:creationId xmlns:a16="http://schemas.microsoft.com/office/drawing/2014/main" id="{9BB8CE19-87CA-D0EE-759F-03A604D145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63817C79-27B1-1417-7533-3D05ED24DA15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D81C238B-C251-9498-4A67-03DDF3DDC388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9" name="図 78">
                <a:extLst>
                  <a:ext uri="{FF2B5EF4-FFF2-40B4-BE49-F238E27FC236}">
                    <a16:creationId xmlns:a16="http://schemas.microsoft.com/office/drawing/2014/main" id="{FA2B2D00-0DE4-4E16-4A4C-545EFB34ED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C1C7AEBE-D323-5266-149C-E8AB920C5319}"/>
              </a:ext>
            </a:extLst>
          </p:cNvPr>
          <p:cNvGrpSpPr/>
          <p:nvPr/>
        </p:nvGrpSpPr>
        <p:grpSpPr>
          <a:xfrm>
            <a:off x="4678128" y="694981"/>
            <a:ext cx="2094815" cy="1259217"/>
            <a:chOff x="3023749" y="662966"/>
            <a:chExt cx="2094815" cy="1259217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20D92D17-4D23-93C1-FEC1-87933A11516C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9BDA5E66-01EC-7E40-DBD8-46189E63F092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5" name="図 54">
                <a:extLst>
                  <a:ext uri="{FF2B5EF4-FFF2-40B4-BE49-F238E27FC236}">
                    <a16:creationId xmlns:a16="http://schemas.microsoft.com/office/drawing/2014/main" id="{1E10745B-B38D-2E0A-252A-F0F120B882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C44D47A5-4EDB-2FED-B0A3-31AA8693A7B9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0A1C029A-619E-AA67-3972-FE6CE67EE7CE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6E2FA370-4822-A1DC-0D6A-461E7EA78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FE5F7705-C03E-85DF-37C6-8080D1B191B7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4769DF27-0DD0-6175-1300-03E1FA0319BE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D5E813FD-6218-48BB-FB41-80A5587C89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pic>
        <p:nvPicPr>
          <p:cNvPr id="57" name="図 56">
            <a:extLst>
              <a:ext uri="{FF2B5EF4-FFF2-40B4-BE49-F238E27FC236}">
                <a16:creationId xmlns:a16="http://schemas.microsoft.com/office/drawing/2014/main" id="{09AA9E22-FBA8-BC5D-BB64-0A01CAC21C7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062" y="2903805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9D3E31F6-8220-4DAF-408C-5AA08649194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405" y="2290949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D31F5378-8C34-E589-9B4B-6C94A1F0318F}"/>
              </a:ext>
            </a:extLst>
          </p:cNvPr>
          <p:cNvGrpSpPr/>
          <p:nvPr/>
        </p:nvGrpSpPr>
        <p:grpSpPr>
          <a:xfrm>
            <a:off x="9710025" y="1519117"/>
            <a:ext cx="619063" cy="619063"/>
            <a:chOff x="10799110" y="4679387"/>
            <a:chExt cx="833139" cy="833139"/>
          </a:xfrm>
          <a:scene3d>
            <a:camera prst="isometricOffAxis2Right"/>
            <a:lightRig rig="threePt" dir="t"/>
          </a:scene3d>
        </p:grpSpPr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611D100C-FB84-BB44-AD80-9537F7FB6768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F598D25F-8149-388F-1642-A934D4E91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pic>
        <p:nvPicPr>
          <p:cNvPr id="72" name="図 71">
            <a:extLst>
              <a:ext uri="{FF2B5EF4-FFF2-40B4-BE49-F238E27FC236}">
                <a16:creationId xmlns:a16="http://schemas.microsoft.com/office/drawing/2014/main" id="{1DFD4C98-5F68-3619-667B-F91A523F0E8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8899935" y="3444290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DA0B61AF-26AF-0B11-E2B4-2C5575DD04F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9098959" y="2842099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94" name="図 93">
            <a:extLst>
              <a:ext uri="{FF2B5EF4-FFF2-40B4-BE49-F238E27FC236}">
                <a16:creationId xmlns:a16="http://schemas.microsoft.com/office/drawing/2014/main" id="{8FDA68C2-F67D-E170-BC69-42C3A87AAFC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06652" y="4106261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97" name="図 96">
            <a:extLst>
              <a:ext uri="{FF2B5EF4-FFF2-40B4-BE49-F238E27FC236}">
                <a16:creationId xmlns:a16="http://schemas.microsoft.com/office/drawing/2014/main" id="{45BD5778-B6F2-7513-CA0E-6F39317E870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278916" y="3393420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0" name="図 99">
            <a:extLst>
              <a:ext uri="{FF2B5EF4-FFF2-40B4-BE49-F238E27FC236}">
                <a16:creationId xmlns:a16="http://schemas.microsoft.com/office/drawing/2014/main" id="{CCEA03C2-203D-3A5C-04DD-1158DE02D724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15851" y="2752853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4" name="図 103">
            <a:extLst>
              <a:ext uri="{FF2B5EF4-FFF2-40B4-BE49-F238E27FC236}">
                <a16:creationId xmlns:a16="http://schemas.microsoft.com/office/drawing/2014/main" id="{A4F4A8C3-1861-BBAA-85F7-9981EDE9100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222463" flipH="1">
            <a:off x="8892013" y="2510052"/>
            <a:ext cx="1131336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6" name="図 105">
            <a:extLst>
              <a:ext uri="{FF2B5EF4-FFF2-40B4-BE49-F238E27FC236}">
                <a16:creationId xmlns:a16="http://schemas.microsoft.com/office/drawing/2014/main" id="{1644BE9F-14DB-FA45-365A-F8263FC8F05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812109" y="3844873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8" name="図 107">
            <a:extLst>
              <a:ext uri="{FF2B5EF4-FFF2-40B4-BE49-F238E27FC236}">
                <a16:creationId xmlns:a16="http://schemas.microsoft.com/office/drawing/2014/main" id="{B4119254-3743-9885-9C33-65723D0C540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739536" y="3259839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C94C9238-7480-5115-1B67-2FCF5CC64D3A}"/>
              </a:ext>
            </a:extLst>
          </p:cNvPr>
          <p:cNvGrpSpPr/>
          <p:nvPr/>
        </p:nvGrpSpPr>
        <p:grpSpPr>
          <a:xfrm>
            <a:off x="8559947" y="1949661"/>
            <a:ext cx="754362" cy="1010384"/>
            <a:chOff x="540604" y="2929405"/>
            <a:chExt cx="826175" cy="1106569"/>
          </a:xfrm>
          <a:scene3d>
            <a:camera prst="isometricOffAxis2Right"/>
            <a:lightRig rig="threePt" dir="t"/>
          </a:scene3d>
        </p:grpSpPr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115C73A6-0684-D7C5-E557-32A993DFCF68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2" name="図 111">
              <a:extLst>
                <a:ext uri="{FF2B5EF4-FFF2-40B4-BE49-F238E27FC236}">
                  <a16:creationId xmlns:a16="http://schemas.microsoft.com/office/drawing/2014/main" id="{B4044579-C567-DE25-D4DB-222CDB00C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EC731BC1-B25C-0E52-10F7-ADBEA79BBD91}"/>
              </a:ext>
            </a:extLst>
          </p:cNvPr>
          <p:cNvSpPr/>
          <p:nvPr/>
        </p:nvSpPr>
        <p:spPr>
          <a:xfrm>
            <a:off x="1926677" y="1911370"/>
            <a:ext cx="6610297" cy="420656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glow rad="63500">
              <a:schemeClr val="bg1">
                <a:lumMod val="9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9" name="図 258">
            <a:extLst>
              <a:ext uri="{FF2B5EF4-FFF2-40B4-BE49-F238E27FC236}">
                <a16:creationId xmlns:a16="http://schemas.microsoft.com/office/drawing/2014/main" id="{FBE185DA-3DFA-B298-7B3F-F75F316EAD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7000" contras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22" t="11807" r="9032" b="23339"/>
          <a:stretch>
            <a:fillRect/>
          </a:stretch>
        </p:blipFill>
        <p:spPr>
          <a:xfrm>
            <a:off x="1944079" y="1945129"/>
            <a:ext cx="6559208" cy="417281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159D73D-2D64-5188-33E9-1A01E273BC49}"/>
              </a:ext>
            </a:extLst>
          </p:cNvPr>
          <p:cNvGrpSpPr/>
          <p:nvPr/>
        </p:nvGrpSpPr>
        <p:grpSpPr>
          <a:xfrm>
            <a:off x="4061186" y="3104025"/>
            <a:ext cx="1920958" cy="1920958"/>
            <a:chOff x="4395016" y="3045969"/>
            <a:chExt cx="1920958" cy="1920958"/>
          </a:xfrm>
          <a:scene3d>
            <a:camera prst="perspectiveLeft" fov="1200000">
              <a:rot lat="0" lon="600000" rev="0"/>
            </a:camera>
            <a:lightRig rig="threePt" dir="t"/>
          </a:scene3d>
        </p:grpSpPr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B2D2F8AB-1F06-4306-95D8-2FBF9CDFA415}"/>
                </a:ext>
              </a:extLst>
            </p:cNvPr>
            <p:cNvSpPr/>
            <p:nvPr/>
          </p:nvSpPr>
          <p:spPr>
            <a:xfrm>
              <a:off x="4395016" y="3045969"/>
              <a:ext cx="1920958" cy="19209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glow rad="88900">
                <a:schemeClr val="tx1">
                  <a:lumMod val="85000"/>
                  <a:lumOff val="1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3C2DD84E-E51B-D009-6D35-0AA70CE5E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5060" y="3414399"/>
              <a:ext cx="1225280" cy="1304676"/>
            </a:xfrm>
            <a:prstGeom prst="rect">
              <a:avLst/>
            </a:prstGeom>
          </p:spPr>
        </p:pic>
      </p:grpSp>
      <p:pic>
        <p:nvPicPr>
          <p:cNvPr id="101" name="図 100">
            <a:extLst>
              <a:ext uri="{FF2B5EF4-FFF2-40B4-BE49-F238E27FC236}">
                <a16:creationId xmlns:a16="http://schemas.microsoft.com/office/drawing/2014/main" id="{21C119EE-4AE3-6906-9E13-06159DF689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27000" contras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8186"/>
          <a:stretch>
            <a:fillRect/>
          </a:stretch>
        </p:blipFill>
        <p:spPr>
          <a:xfrm rot="230209">
            <a:off x="7486907" y="3094256"/>
            <a:ext cx="998056" cy="1614616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9830AB6-138C-B781-678F-C44DE42BD4EE}"/>
              </a:ext>
            </a:extLst>
          </p:cNvPr>
          <p:cNvGrpSpPr/>
          <p:nvPr/>
        </p:nvGrpSpPr>
        <p:grpSpPr>
          <a:xfrm>
            <a:off x="384002" y="885696"/>
            <a:ext cx="1182205" cy="5086608"/>
            <a:chOff x="384002" y="989518"/>
            <a:chExt cx="1182205" cy="508660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CC53FC63-5457-B205-8167-ACE49B99E330}"/>
                </a:ext>
              </a:extLst>
            </p:cNvPr>
            <p:cNvGrpSpPr/>
            <p:nvPr/>
          </p:nvGrpSpPr>
          <p:grpSpPr>
            <a:xfrm>
              <a:off x="384002" y="989518"/>
              <a:ext cx="1182205" cy="5086608"/>
              <a:chOff x="384002" y="1014918"/>
              <a:chExt cx="1182205" cy="5086608"/>
            </a:xfrm>
          </p:grpSpPr>
          <p:sp>
            <p:nvSpPr>
              <p:cNvPr id="36" name="四角形: 角を丸くする 35">
                <a:extLst>
                  <a:ext uri="{FF2B5EF4-FFF2-40B4-BE49-F238E27FC236}">
                    <a16:creationId xmlns:a16="http://schemas.microsoft.com/office/drawing/2014/main" id="{AEDBE98B-28A4-2D04-E005-8AED50082CA0}"/>
                  </a:ext>
                </a:extLst>
              </p:cNvPr>
              <p:cNvSpPr/>
              <p:nvPr/>
            </p:nvSpPr>
            <p:spPr>
              <a:xfrm>
                <a:off x="384003" y="1800885"/>
                <a:ext cx="1182204" cy="4300641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  <a:alpha val="85000"/>
                </a:schemeClr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7" name="楕円 36">
                <a:extLst>
                  <a:ext uri="{FF2B5EF4-FFF2-40B4-BE49-F238E27FC236}">
                    <a16:creationId xmlns:a16="http://schemas.microsoft.com/office/drawing/2014/main" id="{93888847-8549-072C-28B9-6E65C918422E}"/>
                  </a:ext>
                </a:extLst>
              </p:cNvPr>
              <p:cNvSpPr/>
              <p:nvPr/>
            </p:nvSpPr>
            <p:spPr>
              <a:xfrm>
                <a:off x="384002" y="1014918"/>
                <a:ext cx="1182205" cy="1182205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6051055D-8F88-31BF-88BA-42B082CE358C}"/>
                </a:ext>
              </a:extLst>
            </p:cNvPr>
            <p:cNvGrpSpPr/>
            <p:nvPr/>
          </p:nvGrpSpPr>
          <p:grpSpPr>
            <a:xfrm>
              <a:off x="546946" y="2482416"/>
              <a:ext cx="856317" cy="3064578"/>
              <a:chOff x="570070" y="2650190"/>
              <a:chExt cx="856317" cy="3064578"/>
            </a:xfrm>
          </p:grpSpPr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56339C97-0EBC-0271-0BDD-98267CE16318}"/>
                  </a:ext>
                </a:extLst>
              </p:cNvPr>
              <p:cNvGrpSpPr/>
              <p:nvPr/>
            </p:nvGrpSpPr>
            <p:grpSpPr>
              <a:xfrm>
                <a:off x="570070" y="2650190"/>
                <a:ext cx="856317" cy="856317"/>
                <a:chOff x="541643" y="1343511"/>
                <a:chExt cx="856317" cy="856317"/>
              </a:xfrm>
            </p:grpSpPr>
            <p:grpSp>
              <p:nvGrpSpPr>
                <p:cNvPr id="32" name="グループ化 31">
                  <a:extLst>
                    <a:ext uri="{FF2B5EF4-FFF2-40B4-BE49-F238E27FC236}">
                      <a16:creationId xmlns:a16="http://schemas.microsoft.com/office/drawing/2014/main" id="{979D3609-9E17-D9D2-5FC4-F7BEF53AFFE8}"/>
                    </a:ext>
                  </a:extLst>
                </p:cNvPr>
                <p:cNvGrpSpPr/>
                <p:nvPr/>
              </p:nvGrpSpPr>
              <p:grpSpPr>
                <a:xfrm rot="765235">
                  <a:off x="541643" y="1343511"/>
                  <a:ext cx="856317" cy="856317"/>
                  <a:chOff x="1975681" y="3937390"/>
                  <a:chExt cx="1007961" cy="1007961"/>
                </a:xfrm>
              </p:grpSpPr>
              <p:sp>
                <p:nvSpPr>
                  <p:cNvPr id="34" name="正方形/長方形 33">
                    <a:extLst>
                      <a:ext uri="{FF2B5EF4-FFF2-40B4-BE49-F238E27FC236}">
                        <a16:creationId xmlns:a16="http://schemas.microsoft.com/office/drawing/2014/main" id="{73F3F425-0000-2E7E-A65F-CB973C3EB83D}"/>
                      </a:ext>
                    </a:extLst>
                  </p:cNvPr>
                  <p:cNvSpPr/>
                  <p:nvPr/>
                </p:nvSpPr>
                <p:spPr>
                  <a:xfrm>
                    <a:off x="2022462" y="3984171"/>
                    <a:ext cx="914400" cy="9144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pic>
                <p:nvPicPr>
                  <p:cNvPr id="35" name="図 34">
                    <a:extLst>
                      <a:ext uri="{FF2B5EF4-FFF2-40B4-BE49-F238E27FC236}">
                        <a16:creationId xmlns:a16="http://schemas.microsoft.com/office/drawing/2014/main" id="{46E52ABF-640A-2281-AC6B-2B41BDD733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975681" y="3937390"/>
                    <a:ext cx="1007961" cy="100796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0BD5E7C9-CCAF-7F98-3F57-85D1BDB6C4F1}"/>
                    </a:ext>
                  </a:extLst>
                </p:cNvPr>
                <p:cNvSpPr/>
                <p:nvPr/>
              </p:nvSpPr>
              <p:spPr>
                <a:xfrm rot="803638" flipH="1">
                  <a:off x="581640" y="1389307"/>
                  <a:ext cx="771016" cy="771016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>
                      <a:latin typeface="クラフト明朝" panose="02000700000000000000" pitchFamily="50" charset="-128"/>
                      <a:ea typeface="クラフト明朝" panose="02000700000000000000" pitchFamily="50" charset="-128"/>
                    </a:rPr>
                    <a:t>10</a:t>
                  </a:r>
                  <a:r>
                    <a:rPr kumimoji="1" lang="en-US" altLang="ja-JP">
                      <a:latin typeface="クラフト明朝" panose="02000700000000000000" pitchFamily="50" charset="-128"/>
                      <a:ea typeface="クラフト明朝" panose="02000700000000000000" pitchFamily="50" charset="-128"/>
                    </a:rPr>
                    <a:t>s</a:t>
                  </a:r>
                  <a:endParaRPr kumimoji="1" lang="ja-JP" altLang="en-US">
                    <a:latin typeface="クラフト明朝" panose="02000700000000000000" pitchFamily="50" charset="-128"/>
                    <a:ea typeface="クラフト明朝" panose="02000700000000000000" pitchFamily="50" charset="-128"/>
                  </a:endParaRPr>
                </a:p>
              </p:txBody>
            </p:sp>
          </p:grpSp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E77A06D1-7645-34CC-D643-4F13804675EA}"/>
                  </a:ext>
                </a:extLst>
              </p:cNvPr>
              <p:cNvGrpSpPr/>
              <p:nvPr/>
            </p:nvGrpSpPr>
            <p:grpSpPr>
              <a:xfrm>
                <a:off x="585141" y="3833729"/>
                <a:ext cx="826175" cy="776984"/>
                <a:chOff x="552228" y="3060843"/>
                <a:chExt cx="826175" cy="776984"/>
              </a:xfrm>
            </p:grpSpPr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122BDDA5-DF9E-CB31-8FB1-F6F26C9B285E}"/>
                    </a:ext>
                  </a:extLst>
                </p:cNvPr>
                <p:cNvSpPr/>
                <p:nvPr/>
              </p:nvSpPr>
              <p:spPr>
                <a:xfrm rot="765235">
                  <a:off x="581386" y="3060995"/>
                  <a:ext cx="776832" cy="776832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31" name="図 30">
                  <a:extLst>
                    <a:ext uri="{FF2B5EF4-FFF2-40B4-BE49-F238E27FC236}">
                      <a16:creationId xmlns:a16="http://schemas.microsoft.com/office/drawing/2014/main" id="{FC4D1ADE-E28B-9028-C221-E83A4299B6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1740" r="47218" b="19891"/>
                <a:stretch>
                  <a:fillRect/>
                </a:stretch>
              </p:blipFill>
              <p:spPr>
                <a:xfrm rot="896244">
                  <a:off x="552228" y="3060843"/>
                  <a:ext cx="826175" cy="756543"/>
                </a:xfrm>
                <a:prstGeom prst="rect">
                  <a:avLst/>
                </a:prstGeom>
              </p:spPr>
            </p:pic>
          </p:grp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939ADE13-DF7F-FB57-26C5-3CC968B61FCA}"/>
                  </a:ext>
                </a:extLst>
              </p:cNvPr>
              <p:cNvGrpSpPr/>
              <p:nvPr/>
            </p:nvGrpSpPr>
            <p:grpSpPr>
              <a:xfrm>
                <a:off x="609812" y="4937936"/>
                <a:ext cx="776832" cy="776832"/>
                <a:chOff x="581386" y="4738737"/>
                <a:chExt cx="776832" cy="776832"/>
              </a:xfrm>
            </p:grpSpPr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B65DF79F-C816-EBB7-88B1-AAC6EC65ACF6}"/>
                    </a:ext>
                  </a:extLst>
                </p:cNvPr>
                <p:cNvSpPr/>
                <p:nvPr/>
              </p:nvSpPr>
              <p:spPr>
                <a:xfrm rot="765235">
                  <a:off x="581386" y="4738737"/>
                  <a:ext cx="776832" cy="776832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7" name="図 26">
                  <a:extLst>
                    <a:ext uri="{FF2B5EF4-FFF2-40B4-BE49-F238E27FC236}">
                      <a16:creationId xmlns:a16="http://schemas.microsoft.com/office/drawing/2014/main" id="{B5570AED-FB5F-BF06-5116-20F6C08CF5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026517">
                  <a:off x="744895" y="4902609"/>
                  <a:ext cx="486411" cy="48641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00EAD174-1F49-E9D0-7E05-7364D95EF80E}"/>
                </a:ext>
              </a:extLst>
            </p:cNvPr>
            <p:cNvGrpSpPr/>
            <p:nvPr/>
          </p:nvGrpSpPr>
          <p:grpSpPr>
            <a:xfrm>
              <a:off x="570811" y="1286119"/>
              <a:ext cx="808587" cy="589002"/>
              <a:chOff x="6786897" y="4358057"/>
              <a:chExt cx="1322470" cy="963332"/>
            </a:xfrm>
          </p:grpSpPr>
          <p:sp>
            <p:nvSpPr>
              <p:cNvPr id="20" name="月 19">
                <a:extLst>
                  <a:ext uri="{FF2B5EF4-FFF2-40B4-BE49-F238E27FC236}">
                    <a16:creationId xmlns:a16="http://schemas.microsoft.com/office/drawing/2014/main" id="{02081C2E-C9E9-D3A1-C641-DAEF3871D7DB}"/>
                  </a:ext>
                </a:extLst>
              </p:cNvPr>
              <p:cNvSpPr/>
              <p:nvPr/>
            </p:nvSpPr>
            <p:spPr>
              <a:xfrm rot="16200000">
                <a:off x="7211850" y="4423873"/>
                <a:ext cx="472563" cy="1322470"/>
              </a:xfrm>
              <a:prstGeom prst="moon">
                <a:avLst>
                  <a:gd name="adj" fmla="val 21507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二等辺三角形 21">
                <a:extLst>
                  <a:ext uri="{FF2B5EF4-FFF2-40B4-BE49-F238E27FC236}">
                    <a16:creationId xmlns:a16="http://schemas.microsoft.com/office/drawing/2014/main" id="{623FCC7C-DF35-BD95-7754-6FFCFDFCA7F5}"/>
                  </a:ext>
                </a:extLst>
              </p:cNvPr>
              <p:cNvSpPr/>
              <p:nvPr/>
            </p:nvSpPr>
            <p:spPr>
              <a:xfrm>
                <a:off x="7047674" y="4358057"/>
                <a:ext cx="800911" cy="878569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9FA977D9-8EAB-C512-0EA2-30907B9BBE3A}"/>
              </a:ext>
            </a:extLst>
          </p:cNvPr>
          <p:cNvGrpSpPr/>
          <p:nvPr/>
        </p:nvGrpSpPr>
        <p:grpSpPr>
          <a:xfrm>
            <a:off x="10631307" y="885696"/>
            <a:ext cx="1182205" cy="5086608"/>
            <a:chOff x="10631307" y="1014918"/>
            <a:chExt cx="1182205" cy="5086608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ABF632AF-D288-1D23-AD54-5534B9839BC6}"/>
                </a:ext>
              </a:extLst>
            </p:cNvPr>
            <p:cNvGrpSpPr/>
            <p:nvPr/>
          </p:nvGrpSpPr>
          <p:grpSpPr>
            <a:xfrm>
              <a:off x="10631307" y="1014918"/>
              <a:ext cx="1182205" cy="5086608"/>
              <a:chOff x="384002" y="1014918"/>
              <a:chExt cx="1182205" cy="5086608"/>
            </a:xfrm>
          </p:grpSpPr>
          <p:sp>
            <p:nvSpPr>
              <p:cNvPr id="84" name="四角形: 角を丸くする 83">
                <a:extLst>
                  <a:ext uri="{FF2B5EF4-FFF2-40B4-BE49-F238E27FC236}">
                    <a16:creationId xmlns:a16="http://schemas.microsoft.com/office/drawing/2014/main" id="{B3EB4A20-DFD9-655D-DCD2-031332B4AA5F}"/>
                  </a:ext>
                </a:extLst>
              </p:cNvPr>
              <p:cNvSpPr/>
              <p:nvPr/>
            </p:nvSpPr>
            <p:spPr>
              <a:xfrm>
                <a:off x="384003" y="1800885"/>
                <a:ext cx="1182204" cy="4300641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  <a:alpha val="85000"/>
                </a:schemeClr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5" name="楕円 84">
                <a:extLst>
                  <a:ext uri="{FF2B5EF4-FFF2-40B4-BE49-F238E27FC236}">
                    <a16:creationId xmlns:a16="http://schemas.microsoft.com/office/drawing/2014/main" id="{C06C36B1-8A4B-62B1-4C18-280CDF4E6319}"/>
                  </a:ext>
                </a:extLst>
              </p:cNvPr>
              <p:cNvSpPr/>
              <p:nvPr/>
            </p:nvSpPr>
            <p:spPr>
              <a:xfrm>
                <a:off x="384002" y="1014918"/>
                <a:ext cx="1182205" cy="1182205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231A72E0-3D36-2279-68D7-E6BCB646E4C2}"/>
                </a:ext>
              </a:extLst>
            </p:cNvPr>
            <p:cNvGrpSpPr/>
            <p:nvPr/>
          </p:nvGrpSpPr>
          <p:grpSpPr>
            <a:xfrm>
              <a:off x="10788085" y="2430125"/>
              <a:ext cx="837726" cy="837081"/>
              <a:chOff x="10799110" y="1288599"/>
              <a:chExt cx="837726" cy="837081"/>
            </a:xfrm>
          </p:grpSpPr>
          <p:grpSp>
            <p:nvGrpSpPr>
              <p:cNvPr id="70" name="グループ化 69">
                <a:extLst>
                  <a:ext uri="{FF2B5EF4-FFF2-40B4-BE49-F238E27FC236}">
                    <a16:creationId xmlns:a16="http://schemas.microsoft.com/office/drawing/2014/main" id="{9F2ACB48-F57A-BEA8-7F1F-9335510D4557}"/>
                  </a:ext>
                </a:extLst>
              </p:cNvPr>
              <p:cNvGrpSpPr/>
              <p:nvPr/>
            </p:nvGrpSpPr>
            <p:grpSpPr>
              <a:xfrm>
                <a:off x="10799110" y="1288599"/>
                <a:ext cx="833139" cy="833139"/>
                <a:chOff x="7462825" y="2159900"/>
                <a:chExt cx="890013" cy="890013"/>
              </a:xfrm>
            </p:grpSpPr>
            <p:sp>
              <p:nvSpPr>
                <p:cNvPr id="81" name="正方形/長方形 80">
                  <a:extLst>
                    <a:ext uri="{FF2B5EF4-FFF2-40B4-BE49-F238E27FC236}">
                      <a16:creationId xmlns:a16="http://schemas.microsoft.com/office/drawing/2014/main" id="{01480A30-3431-EBF8-B16D-AC59554B7ADE}"/>
                    </a:ext>
                  </a:extLst>
                </p:cNvPr>
                <p:cNvSpPr/>
                <p:nvPr/>
              </p:nvSpPr>
              <p:spPr>
                <a:xfrm rot="21181824">
                  <a:off x="7462825" y="2159900"/>
                  <a:ext cx="890013" cy="89001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83" name="図 82">
                  <a:extLst>
                    <a:ext uri="{FF2B5EF4-FFF2-40B4-BE49-F238E27FC236}">
                      <a16:creationId xmlns:a16="http://schemas.microsoft.com/office/drawing/2014/main" id="{09217E80-70BD-B07A-4747-981C16B00D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523857" y="2223240"/>
                  <a:ext cx="770245" cy="770245"/>
                </a:xfrm>
                <a:prstGeom prst="rect">
                  <a:avLst/>
                </a:prstGeom>
              </p:spPr>
            </p:pic>
          </p:grpSp>
          <p:sp>
            <p:nvSpPr>
              <p:cNvPr id="80" name="正方形/長方形 79">
                <a:extLst>
                  <a:ext uri="{FF2B5EF4-FFF2-40B4-BE49-F238E27FC236}">
                    <a16:creationId xmlns:a16="http://schemas.microsoft.com/office/drawing/2014/main" id="{0CBFC590-545E-6039-DFF2-0CE2C50D65EE}"/>
                  </a:ext>
                </a:extLst>
              </p:cNvPr>
              <p:cNvSpPr/>
              <p:nvPr/>
            </p:nvSpPr>
            <p:spPr>
              <a:xfrm rot="21181824">
                <a:off x="10803697" y="1292541"/>
                <a:ext cx="833139" cy="83313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>
                    <a:latin typeface="07焔極太明朝" panose="02000600000000000000" pitchFamily="50" charset="-128"/>
                    <a:ea typeface="07焔極太明朝" panose="02000600000000000000" pitchFamily="50" charset="-128"/>
                  </a:rPr>
                  <a:t>6</a:t>
                </a:r>
                <a:r>
                  <a:rPr kumimoji="1" lang="en-US" altLang="ja-JP">
                    <a:latin typeface="07焔極太明朝" panose="02000600000000000000" pitchFamily="50" charset="-128"/>
                    <a:ea typeface="07焔極太明朝" panose="02000600000000000000" pitchFamily="50" charset="-128"/>
                  </a:rPr>
                  <a:t>0s</a:t>
                </a:r>
                <a:endParaRPr kumimoji="1" lang="ja-JP" altLang="en-US">
                  <a:latin typeface="07焔極太明朝" panose="02000600000000000000" pitchFamily="50" charset="-128"/>
                  <a:ea typeface="07焔極太明朝" panose="02000600000000000000" pitchFamily="50" charset="-128"/>
                </a:endParaRPr>
              </a:p>
            </p:txBody>
          </p:sp>
        </p:grpSp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2B384979-34F4-A7F6-0C24-24A65106CEC0}"/>
                </a:ext>
              </a:extLst>
            </p:cNvPr>
            <p:cNvGrpSpPr/>
            <p:nvPr/>
          </p:nvGrpSpPr>
          <p:grpSpPr>
            <a:xfrm>
              <a:off x="10757616" y="3611843"/>
              <a:ext cx="898665" cy="833139"/>
              <a:chOff x="10757616" y="2940198"/>
              <a:chExt cx="898665" cy="833139"/>
            </a:xfrm>
          </p:grpSpPr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E3430FE0-B630-4F17-3EFF-39345157C3AC}"/>
                  </a:ext>
                </a:extLst>
              </p:cNvPr>
              <p:cNvSpPr/>
              <p:nvPr/>
            </p:nvSpPr>
            <p:spPr>
              <a:xfrm rot="21181824">
                <a:off x="10799110" y="2940198"/>
                <a:ext cx="833139" cy="8331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8" name="図 67">
                <a:extLst>
                  <a:ext uri="{FF2B5EF4-FFF2-40B4-BE49-F238E27FC236}">
                    <a16:creationId xmlns:a16="http://schemas.microsoft.com/office/drawing/2014/main" id="{E79B6B5A-6250-BD13-1D96-AB58F46898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57616" y="3019767"/>
                <a:ext cx="898665" cy="673999"/>
              </a:xfrm>
              <a:prstGeom prst="rect">
                <a:avLst/>
              </a:prstGeom>
            </p:spPr>
          </p:pic>
        </p:grp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51C098B3-91E7-FEE5-A342-084244F6032D}"/>
                </a:ext>
              </a:extLst>
            </p:cNvPr>
            <p:cNvGrpSpPr/>
            <p:nvPr/>
          </p:nvGrpSpPr>
          <p:grpSpPr>
            <a:xfrm>
              <a:off x="10790379" y="4789618"/>
              <a:ext cx="833139" cy="833139"/>
              <a:chOff x="10799110" y="4679387"/>
              <a:chExt cx="833139" cy="833139"/>
            </a:xfrm>
          </p:grpSpPr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6A4A838F-21B1-B999-D5FF-A9527274A77B}"/>
                  </a:ext>
                </a:extLst>
              </p:cNvPr>
              <p:cNvSpPr/>
              <p:nvPr/>
            </p:nvSpPr>
            <p:spPr>
              <a:xfrm rot="21181824">
                <a:off x="10799110" y="4679387"/>
                <a:ext cx="833139" cy="8331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3" name="図 62">
                <a:extLst>
                  <a:ext uri="{FF2B5EF4-FFF2-40B4-BE49-F238E27FC236}">
                    <a16:creationId xmlns:a16="http://schemas.microsoft.com/office/drawing/2014/main" id="{1A1E584F-5AD3-EAAE-9202-9F9F733AEE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082600">
                <a:off x="10855906" y="4826127"/>
                <a:ext cx="719546" cy="539659"/>
              </a:xfrm>
              <a:prstGeom prst="rect">
                <a:avLst/>
              </a:prstGeom>
            </p:spPr>
          </p:pic>
        </p:grpSp>
        <p:pic>
          <p:nvPicPr>
            <p:cNvPr id="56" name="図 55">
              <a:extLst>
                <a:ext uri="{FF2B5EF4-FFF2-40B4-BE49-F238E27FC236}">
                  <a16:creationId xmlns:a16="http://schemas.microsoft.com/office/drawing/2014/main" id="{8F2D2680-089A-177C-3AA5-CAC9EBF08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3359" y="1230942"/>
              <a:ext cx="738481" cy="786333"/>
            </a:xfrm>
            <a:prstGeom prst="rect">
              <a:avLst/>
            </a:prstGeom>
            <a:scene3d>
              <a:camera prst="perspectiveLeft" fov="1200000">
                <a:rot lat="0" lon="600000" rev="0"/>
              </a:camera>
              <a:lightRig rig="threePt" dir="t"/>
            </a:scene3d>
          </p:spPr>
        </p:pic>
      </p:grpSp>
    </p:spTree>
    <p:extLst>
      <p:ext uri="{BB962C8B-B14F-4D97-AF65-F5344CB8AC3E}">
        <p14:creationId xmlns:p14="http://schemas.microsoft.com/office/powerpoint/2010/main" val="514275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152CB-1E9B-1CA7-7712-8DD8CBA6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29A688E-A01F-D6A5-5DE0-5FA99DFE3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1464518" y="60649"/>
            <a:ext cx="9262964" cy="6736702"/>
          </a:xfrm>
          <a:prstGeom prst="rect">
            <a:avLst/>
          </a:prstGeom>
          <a:ln>
            <a:noFill/>
          </a:ln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A8A1486B-72B1-8B25-D8F6-82D2DE1E6A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7782982" y="513193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DD267EB0-3255-1230-6E16-031BED493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6884974" y="656445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B035D0B2-B1C5-D846-71BB-F69863F9B04A}"/>
              </a:ext>
            </a:extLst>
          </p:cNvPr>
          <p:cNvGrpSpPr/>
          <p:nvPr/>
        </p:nvGrpSpPr>
        <p:grpSpPr>
          <a:xfrm>
            <a:off x="3025354" y="728994"/>
            <a:ext cx="1949467" cy="1171847"/>
            <a:chOff x="3023749" y="662966"/>
            <a:chExt cx="2094815" cy="1259217"/>
          </a:xfrm>
        </p:grpSpPr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51096A36-1B2E-F977-4E79-ED14A9692435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B616036D-3188-DD7C-BE12-ED3EA51E5E29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1" name="図 70">
                <a:extLst>
                  <a:ext uri="{FF2B5EF4-FFF2-40B4-BE49-F238E27FC236}">
                    <a16:creationId xmlns:a16="http://schemas.microsoft.com/office/drawing/2014/main" id="{A9CC7C84-21D7-03FD-B3D8-BD2E717EDB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4" name="グループ化 73">
              <a:extLst>
                <a:ext uri="{FF2B5EF4-FFF2-40B4-BE49-F238E27FC236}">
                  <a16:creationId xmlns:a16="http://schemas.microsoft.com/office/drawing/2014/main" id="{E93705DC-2957-6D52-CF93-A60FFBE16775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B837F84D-F2B7-E78E-B55D-82B8D3DDE026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6" name="図 75">
                <a:extLst>
                  <a:ext uri="{FF2B5EF4-FFF2-40B4-BE49-F238E27FC236}">
                    <a16:creationId xmlns:a16="http://schemas.microsoft.com/office/drawing/2014/main" id="{7F85F059-6072-9E02-6D20-A13C14BC5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9D6281E1-31AC-AE94-1CC8-255ACDD7A89C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84C2E098-7C3E-D481-9230-E28A862D57E3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9" name="図 78">
                <a:extLst>
                  <a:ext uri="{FF2B5EF4-FFF2-40B4-BE49-F238E27FC236}">
                    <a16:creationId xmlns:a16="http://schemas.microsoft.com/office/drawing/2014/main" id="{D9FC6208-A412-36F1-B9B7-7C2520850D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461370CE-2F4A-DF13-D1AF-4AE5E0749230}"/>
              </a:ext>
            </a:extLst>
          </p:cNvPr>
          <p:cNvGrpSpPr/>
          <p:nvPr/>
        </p:nvGrpSpPr>
        <p:grpSpPr>
          <a:xfrm>
            <a:off x="4678128" y="694981"/>
            <a:ext cx="2094815" cy="1259217"/>
            <a:chOff x="3023749" y="662966"/>
            <a:chExt cx="2094815" cy="1259217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5B34C5BC-5476-171F-C578-539174F0E0E5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0B51B050-4CBA-BF90-CC30-D389FB794D80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5" name="図 54">
                <a:extLst>
                  <a:ext uri="{FF2B5EF4-FFF2-40B4-BE49-F238E27FC236}">
                    <a16:creationId xmlns:a16="http://schemas.microsoft.com/office/drawing/2014/main" id="{E0BF04A0-AF54-170F-6E9B-3B7CA2F4E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AFE026F8-3060-CE38-CD1E-D1C889FE186F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F23B3817-7FA7-CFD9-AC68-25D280F4928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CCA1FF65-55A8-84CD-9DB6-B5842F9510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3B109ECC-85DB-392B-02F2-EC91D7CC3F58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35DC50BD-9898-B710-1941-D56CAADB661B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D1E35D77-16FA-D744-0CE3-458C861FC4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pic>
        <p:nvPicPr>
          <p:cNvPr id="57" name="図 56">
            <a:extLst>
              <a:ext uri="{FF2B5EF4-FFF2-40B4-BE49-F238E27FC236}">
                <a16:creationId xmlns:a16="http://schemas.microsoft.com/office/drawing/2014/main" id="{5E2C9778-253F-E756-2DD5-59657A1A6A0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062" y="2903805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937DED66-2E56-45EC-0843-EE9D977325A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405" y="2290949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C669C0A1-0D8B-D4BB-DFF1-AC5F394ABCEC}"/>
              </a:ext>
            </a:extLst>
          </p:cNvPr>
          <p:cNvGrpSpPr/>
          <p:nvPr/>
        </p:nvGrpSpPr>
        <p:grpSpPr>
          <a:xfrm>
            <a:off x="9710025" y="1519117"/>
            <a:ext cx="619063" cy="619063"/>
            <a:chOff x="10799110" y="4679387"/>
            <a:chExt cx="833139" cy="833139"/>
          </a:xfrm>
          <a:scene3d>
            <a:camera prst="isometricOffAxis2Right"/>
            <a:lightRig rig="threePt" dir="t"/>
          </a:scene3d>
        </p:grpSpPr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C243791E-F3D3-2808-9661-C3B213BCBDAF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DC4FB2AD-255A-5FDF-512D-F026C2956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pic>
        <p:nvPicPr>
          <p:cNvPr id="72" name="図 71">
            <a:extLst>
              <a:ext uri="{FF2B5EF4-FFF2-40B4-BE49-F238E27FC236}">
                <a16:creationId xmlns:a16="http://schemas.microsoft.com/office/drawing/2014/main" id="{A05887FF-49AE-D0DD-8793-0FFAAAC0F63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8899935" y="3444290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201FF2C5-BBCA-B517-635D-B247078058F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9098959" y="2842099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94" name="図 93">
            <a:extLst>
              <a:ext uri="{FF2B5EF4-FFF2-40B4-BE49-F238E27FC236}">
                <a16:creationId xmlns:a16="http://schemas.microsoft.com/office/drawing/2014/main" id="{20350807-02D1-E941-5299-D84256E62B5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06652" y="4106261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97" name="図 96">
            <a:extLst>
              <a:ext uri="{FF2B5EF4-FFF2-40B4-BE49-F238E27FC236}">
                <a16:creationId xmlns:a16="http://schemas.microsoft.com/office/drawing/2014/main" id="{1F29CAB2-6C31-312C-C8B1-F55BAC8D81D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278916" y="3393420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0" name="図 99">
            <a:extLst>
              <a:ext uri="{FF2B5EF4-FFF2-40B4-BE49-F238E27FC236}">
                <a16:creationId xmlns:a16="http://schemas.microsoft.com/office/drawing/2014/main" id="{104F13C9-23B9-FCFD-48B1-ED343D24353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15851" y="2752853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4" name="図 103">
            <a:extLst>
              <a:ext uri="{FF2B5EF4-FFF2-40B4-BE49-F238E27FC236}">
                <a16:creationId xmlns:a16="http://schemas.microsoft.com/office/drawing/2014/main" id="{2675D9A0-1768-8150-7F7F-7ED364C4374D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222463" flipH="1">
            <a:off x="8892013" y="2510052"/>
            <a:ext cx="1131336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6" name="図 105">
            <a:extLst>
              <a:ext uri="{FF2B5EF4-FFF2-40B4-BE49-F238E27FC236}">
                <a16:creationId xmlns:a16="http://schemas.microsoft.com/office/drawing/2014/main" id="{3ACBEE40-E34F-1783-D30D-E6D01369C01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812109" y="3844873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8" name="図 107">
            <a:extLst>
              <a:ext uri="{FF2B5EF4-FFF2-40B4-BE49-F238E27FC236}">
                <a16:creationId xmlns:a16="http://schemas.microsoft.com/office/drawing/2014/main" id="{CC1DB2E5-4F5B-F218-E140-D343B572BD7F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739536" y="3259839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03D2AC3C-C242-2B67-3B34-9D9620519DC4}"/>
              </a:ext>
            </a:extLst>
          </p:cNvPr>
          <p:cNvGrpSpPr/>
          <p:nvPr/>
        </p:nvGrpSpPr>
        <p:grpSpPr>
          <a:xfrm>
            <a:off x="8559947" y="1949661"/>
            <a:ext cx="754362" cy="1010384"/>
            <a:chOff x="540604" y="2929405"/>
            <a:chExt cx="826175" cy="1106569"/>
          </a:xfrm>
          <a:scene3d>
            <a:camera prst="isometricOffAxis2Right"/>
            <a:lightRig rig="threePt" dir="t"/>
          </a:scene3d>
        </p:grpSpPr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8E0DA19F-626B-0F7F-80EE-8441CB2C21A5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2" name="図 111">
              <a:extLst>
                <a:ext uri="{FF2B5EF4-FFF2-40B4-BE49-F238E27FC236}">
                  <a16:creationId xmlns:a16="http://schemas.microsoft.com/office/drawing/2014/main" id="{38176CDC-2B37-7191-0704-F81E43F68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8A52B2C1-903C-F5E0-C033-1A410F9D27E8}"/>
              </a:ext>
            </a:extLst>
          </p:cNvPr>
          <p:cNvGrpSpPr/>
          <p:nvPr/>
        </p:nvGrpSpPr>
        <p:grpSpPr>
          <a:xfrm>
            <a:off x="1926677" y="1911370"/>
            <a:ext cx="6610297" cy="4206569"/>
            <a:chOff x="1926677" y="1911370"/>
            <a:chExt cx="6610297" cy="4206569"/>
          </a:xfrm>
        </p:grpSpPr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EC6AFB79-8B3C-878A-A4A5-C84B91ABD9C0}"/>
                </a:ext>
              </a:extLst>
            </p:cNvPr>
            <p:cNvSpPr/>
            <p:nvPr/>
          </p:nvSpPr>
          <p:spPr>
            <a:xfrm>
              <a:off x="1926677" y="1911370"/>
              <a:ext cx="6610297" cy="420656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254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bg1">
                  <a:lumMod val="9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59" name="図 258">
              <a:extLst>
                <a:ext uri="{FF2B5EF4-FFF2-40B4-BE49-F238E27FC236}">
                  <a16:creationId xmlns:a16="http://schemas.microsoft.com/office/drawing/2014/main" id="{6F7DEC01-A24B-358C-142D-2A539FA65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27000" contrast="3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22" t="11807" r="9032" b="23339"/>
            <a:stretch>
              <a:fillRect/>
            </a:stretch>
          </p:blipFill>
          <p:spPr>
            <a:xfrm>
              <a:off x="1944079" y="1945129"/>
              <a:ext cx="6559208" cy="4172810"/>
            </a:xfrm>
            <a:prstGeom prst="rect">
              <a:avLst/>
            </a:prstGeom>
          </p:spPr>
        </p:pic>
        <p:pic>
          <p:nvPicPr>
            <p:cNvPr id="101" name="図 100">
              <a:extLst>
                <a:ext uri="{FF2B5EF4-FFF2-40B4-BE49-F238E27FC236}">
                  <a16:creationId xmlns:a16="http://schemas.microsoft.com/office/drawing/2014/main" id="{17D43D29-3726-8E20-1784-5DBF1A682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-27000" contrast="3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8186"/>
            <a:stretch>
              <a:fillRect/>
            </a:stretch>
          </p:blipFill>
          <p:spPr>
            <a:xfrm rot="230209">
              <a:off x="7486907" y="3094256"/>
              <a:ext cx="998056" cy="1614616"/>
            </a:xfrm>
            <a:prstGeom prst="rect">
              <a:avLst/>
            </a:prstGeom>
          </p:spPr>
        </p:pic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1235010D-3A9F-95CC-DE5B-577D2D7B894D}"/>
              </a:ext>
            </a:extLst>
          </p:cNvPr>
          <p:cNvGrpSpPr/>
          <p:nvPr/>
        </p:nvGrpSpPr>
        <p:grpSpPr>
          <a:xfrm>
            <a:off x="384002" y="885696"/>
            <a:ext cx="1182205" cy="5086608"/>
            <a:chOff x="384002" y="989518"/>
            <a:chExt cx="1182205" cy="508660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03911684-29D9-EC0F-8F4B-8FE244D971C5}"/>
                </a:ext>
              </a:extLst>
            </p:cNvPr>
            <p:cNvGrpSpPr/>
            <p:nvPr/>
          </p:nvGrpSpPr>
          <p:grpSpPr>
            <a:xfrm>
              <a:off x="384002" y="989518"/>
              <a:ext cx="1182205" cy="5086608"/>
              <a:chOff x="384002" y="1014918"/>
              <a:chExt cx="1182205" cy="5086608"/>
            </a:xfrm>
          </p:grpSpPr>
          <p:sp>
            <p:nvSpPr>
              <p:cNvPr id="36" name="四角形: 角を丸くする 35">
                <a:extLst>
                  <a:ext uri="{FF2B5EF4-FFF2-40B4-BE49-F238E27FC236}">
                    <a16:creationId xmlns:a16="http://schemas.microsoft.com/office/drawing/2014/main" id="{66DDA728-3B0D-669F-9FC8-8E90327858DD}"/>
                  </a:ext>
                </a:extLst>
              </p:cNvPr>
              <p:cNvSpPr/>
              <p:nvPr/>
            </p:nvSpPr>
            <p:spPr>
              <a:xfrm>
                <a:off x="384003" y="1800885"/>
                <a:ext cx="1182204" cy="4300641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  <a:alpha val="85000"/>
                </a:schemeClr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7" name="楕円 36">
                <a:extLst>
                  <a:ext uri="{FF2B5EF4-FFF2-40B4-BE49-F238E27FC236}">
                    <a16:creationId xmlns:a16="http://schemas.microsoft.com/office/drawing/2014/main" id="{6A9A92EB-FE17-014F-887B-F12260C38594}"/>
                  </a:ext>
                </a:extLst>
              </p:cNvPr>
              <p:cNvSpPr/>
              <p:nvPr/>
            </p:nvSpPr>
            <p:spPr>
              <a:xfrm>
                <a:off x="384002" y="1014918"/>
                <a:ext cx="1182205" cy="1182205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3D833C15-BEE7-FB2C-571D-C3ABBE5F04A5}"/>
                </a:ext>
              </a:extLst>
            </p:cNvPr>
            <p:cNvGrpSpPr/>
            <p:nvPr/>
          </p:nvGrpSpPr>
          <p:grpSpPr>
            <a:xfrm>
              <a:off x="546946" y="2482416"/>
              <a:ext cx="856317" cy="3064578"/>
              <a:chOff x="570070" y="2650190"/>
              <a:chExt cx="856317" cy="3064578"/>
            </a:xfrm>
          </p:grpSpPr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F5A35E81-ACF4-98DE-18D2-C1CD8439F2A8}"/>
                  </a:ext>
                </a:extLst>
              </p:cNvPr>
              <p:cNvGrpSpPr/>
              <p:nvPr/>
            </p:nvGrpSpPr>
            <p:grpSpPr>
              <a:xfrm>
                <a:off x="570070" y="2650190"/>
                <a:ext cx="856317" cy="856317"/>
                <a:chOff x="541643" y="1343511"/>
                <a:chExt cx="856317" cy="856317"/>
              </a:xfrm>
            </p:grpSpPr>
            <p:grpSp>
              <p:nvGrpSpPr>
                <p:cNvPr id="32" name="グループ化 31">
                  <a:extLst>
                    <a:ext uri="{FF2B5EF4-FFF2-40B4-BE49-F238E27FC236}">
                      <a16:creationId xmlns:a16="http://schemas.microsoft.com/office/drawing/2014/main" id="{CEE2924B-BFA9-D18B-EB6A-AA2717E81CF8}"/>
                    </a:ext>
                  </a:extLst>
                </p:cNvPr>
                <p:cNvGrpSpPr/>
                <p:nvPr/>
              </p:nvGrpSpPr>
              <p:grpSpPr>
                <a:xfrm rot="765235">
                  <a:off x="541643" y="1343511"/>
                  <a:ext cx="856317" cy="856317"/>
                  <a:chOff x="1975681" y="3937390"/>
                  <a:chExt cx="1007961" cy="1007961"/>
                </a:xfrm>
              </p:grpSpPr>
              <p:sp>
                <p:nvSpPr>
                  <p:cNvPr id="34" name="正方形/長方形 33">
                    <a:extLst>
                      <a:ext uri="{FF2B5EF4-FFF2-40B4-BE49-F238E27FC236}">
                        <a16:creationId xmlns:a16="http://schemas.microsoft.com/office/drawing/2014/main" id="{7A9870B1-F49B-8A9B-D1D3-6B721B552F48}"/>
                      </a:ext>
                    </a:extLst>
                  </p:cNvPr>
                  <p:cNvSpPr/>
                  <p:nvPr/>
                </p:nvSpPr>
                <p:spPr>
                  <a:xfrm>
                    <a:off x="2022462" y="3984171"/>
                    <a:ext cx="914400" cy="9144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pic>
                <p:nvPicPr>
                  <p:cNvPr id="35" name="図 34">
                    <a:extLst>
                      <a:ext uri="{FF2B5EF4-FFF2-40B4-BE49-F238E27FC236}">
                        <a16:creationId xmlns:a16="http://schemas.microsoft.com/office/drawing/2014/main" id="{5A62ABD5-91F2-6C4E-B470-D47DA2B4C1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975681" y="3937390"/>
                    <a:ext cx="1007961" cy="100796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C903312E-61FE-F254-BC06-2926C9FBC5D1}"/>
                    </a:ext>
                  </a:extLst>
                </p:cNvPr>
                <p:cNvSpPr/>
                <p:nvPr/>
              </p:nvSpPr>
              <p:spPr>
                <a:xfrm rot="803638" flipH="1">
                  <a:off x="581640" y="1389307"/>
                  <a:ext cx="771016" cy="771016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>
                      <a:latin typeface="クラフト明朝" panose="02000700000000000000" pitchFamily="50" charset="-128"/>
                      <a:ea typeface="クラフト明朝" panose="02000700000000000000" pitchFamily="50" charset="-128"/>
                    </a:rPr>
                    <a:t>10</a:t>
                  </a:r>
                  <a:r>
                    <a:rPr kumimoji="1" lang="en-US" altLang="ja-JP">
                      <a:latin typeface="クラフト明朝" panose="02000700000000000000" pitchFamily="50" charset="-128"/>
                      <a:ea typeface="クラフト明朝" panose="02000700000000000000" pitchFamily="50" charset="-128"/>
                    </a:rPr>
                    <a:t>s</a:t>
                  </a:r>
                  <a:endParaRPr kumimoji="1" lang="ja-JP" altLang="en-US">
                    <a:latin typeface="クラフト明朝" panose="02000700000000000000" pitchFamily="50" charset="-128"/>
                    <a:ea typeface="クラフト明朝" panose="02000700000000000000" pitchFamily="50" charset="-128"/>
                  </a:endParaRPr>
                </a:p>
              </p:txBody>
            </p:sp>
          </p:grpSp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6AD517F9-CA50-9821-32B7-93B8B48661E3}"/>
                  </a:ext>
                </a:extLst>
              </p:cNvPr>
              <p:cNvGrpSpPr/>
              <p:nvPr/>
            </p:nvGrpSpPr>
            <p:grpSpPr>
              <a:xfrm>
                <a:off x="585141" y="3833729"/>
                <a:ext cx="826175" cy="776984"/>
                <a:chOff x="552228" y="3060843"/>
                <a:chExt cx="826175" cy="776984"/>
              </a:xfrm>
            </p:grpSpPr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1D0BD6E0-564D-D8F2-052B-FBAB3AD0E470}"/>
                    </a:ext>
                  </a:extLst>
                </p:cNvPr>
                <p:cNvSpPr/>
                <p:nvPr/>
              </p:nvSpPr>
              <p:spPr>
                <a:xfrm rot="765235">
                  <a:off x="581386" y="3060995"/>
                  <a:ext cx="776832" cy="776832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31" name="図 30">
                  <a:extLst>
                    <a:ext uri="{FF2B5EF4-FFF2-40B4-BE49-F238E27FC236}">
                      <a16:creationId xmlns:a16="http://schemas.microsoft.com/office/drawing/2014/main" id="{F4074602-6E00-6C3F-83F4-CCA734779E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1740" r="47218" b="19891"/>
                <a:stretch>
                  <a:fillRect/>
                </a:stretch>
              </p:blipFill>
              <p:spPr>
                <a:xfrm rot="896244">
                  <a:off x="552228" y="3060843"/>
                  <a:ext cx="826175" cy="756543"/>
                </a:xfrm>
                <a:prstGeom prst="rect">
                  <a:avLst/>
                </a:prstGeom>
              </p:spPr>
            </p:pic>
          </p:grp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BD43FC14-5B21-B64F-7ACE-B2679A8FBC21}"/>
                  </a:ext>
                </a:extLst>
              </p:cNvPr>
              <p:cNvGrpSpPr/>
              <p:nvPr/>
            </p:nvGrpSpPr>
            <p:grpSpPr>
              <a:xfrm>
                <a:off x="609812" y="4937936"/>
                <a:ext cx="776832" cy="776832"/>
                <a:chOff x="581386" y="4738737"/>
                <a:chExt cx="776832" cy="776832"/>
              </a:xfrm>
            </p:grpSpPr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C287BD47-BFAB-F41C-8406-0038F34B59C0}"/>
                    </a:ext>
                  </a:extLst>
                </p:cNvPr>
                <p:cNvSpPr/>
                <p:nvPr/>
              </p:nvSpPr>
              <p:spPr>
                <a:xfrm rot="765235">
                  <a:off x="581386" y="4738737"/>
                  <a:ext cx="776832" cy="776832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7" name="図 26">
                  <a:extLst>
                    <a:ext uri="{FF2B5EF4-FFF2-40B4-BE49-F238E27FC236}">
                      <a16:creationId xmlns:a16="http://schemas.microsoft.com/office/drawing/2014/main" id="{16564D86-557E-1668-A212-D287BC6FAF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026517">
                  <a:off x="744895" y="4902609"/>
                  <a:ext cx="486411" cy="48641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51E334F7-8BD0-371F-5DCE-DEB06B905565}"/>
                </a:ext>
              </a:extLst>
            </p:cNvPr>
            <p:cNvGrpSpPr/>
            <p:nvPr/>
          </p:nvGrpSpPr>
          <p:grpSpPr>
            <a:xfrm>
              <a:off x="570811" y="1286119"/>
              <a:ext cx="808587" cy="589002"/>
              <a:chOff x="6786897" y="4358057"/>
              <a:chExt cx="1322470" cy="963332"/>
            </a:xfrm>
          </p:grpSpPr>
          <p:sp>
            <p:nvSpPr>
              <p:cNvPr id="20" name="月 19">
                <a:extLst>
                  <a:ext uri="{FF2B5EF4-FFF2-40B4-BE49-F238E27FC236}">
                    <a16:creationId xmlns:a16="http://schemas.microsoft.com/office/drawing/2014/main" id="{4FC2E508-83A9-F897-9EE3-20FE1872B88F}"/>
                  </a:ext>
                </a:extLst>
              </p:cNvPr>
              <p:cNvSpPr/>
              <p:nvPr/>
            </p:nvSpPr>
            <p:spPr>
              <a:xfrm rot="16200000">
                <a:off x="7211850" y="4423873"/>
                <a:ext cx="472563" cy="1322470"/>
              </a:xfrm>
              <a:prstGeom prst="moon">
                <a:avLst>
                  <a:gd name="adj" fmla="val 21507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二等辺三角形 21">
                <a:extLst>
                  <a:ext uri="{FF2B5EF4-FFF2-40B4-BE49-F238E27FC236}">
                    <a16:creationId xmlns:a16="http://schemas.microsoft.com/office/drawing/2014/main" id="{157BA475-3828-3125-A906-AB2ED582FB42}"/>
                  </a:ext>
                </a:extLst>
              </p:cNvPr>
              <p:cNvSpPr/>
              <p:nvPr/>
            </p:nvSpPr>
            <p:spPr>
              <a:xfrm>
                <a:off x="7047674" y="4358057"/>
                <a:ext cx="800911" cy="878569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7842D07C-5D40-1BFC-A1C7-B8EEB73088D1}"/>
              </a:ext>
            </a:extLst>
          </p:cNvPr>
          <p:cNvGrpSpPr/>
          <p:nvPr/>
        </p:nvGrpSpPr>
        <p:grpSpPr>
          <a:xfrm>
            <a:off x="10631307" y="885696"/>
            <a:ext cx="1182205" cy="5086608"/>
            <a:chOff x="10631307" y="1014918"/>
            <a:chExt cx="1182205" cy="5086608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DA440E13-3552-D5F7-C4C5-964D46CD4DFF}"/>
                </a:ext>
              </a:extLst>
            </p:cNvPr>
            <p:cNvGrpSpPr/>
            <p:nvPr/>
          </p:nvGrpSpPr>
          <p:grpSpPr>
            <a:xfrm>
              <a:off x="10631307" y="1014918"/>
              <a:ext cx="1182205" cy="5086608"/>
              <a:chOff x="384002" y="1014918"/>
              <a:chExt cx="1182205" cy="5086608"/>
            </a:xfrm>
          </p:grpSpPr>
          <p:sp>
            <p:nvSpPr>
              <p:cNvPr id="84" name="四角形: 角を丸くする 83">
                <a:extLst>
                  <a:ext uri="{FF2B5EF4-FFF2-40B4-BE49-F238E27FC236}">
                    <a16:creationId xmlns:a16="http://schemas.microsoft.com/office/drawing/2014/main" id="{824704E2-B3B9-EBA5-35ED-1A7A82324B3A}"/>
                  </a:ext>
                </a:extLst>
              </p:cNvPr>
              <p:cNvSpPr/>
              <p:nvPr/>
            </p:nvSpPr>
            <p:spPr>
              <a:xfrm>
                <a:off x="384003" y="1800885"/>
                <a:ext cx="1182204" cy="4300641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  <a:alpha val="85000"/>
                </a:schemeClr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5" name="楕円 84">
                <a:extLst>
                  <a:ext uri="{FF2B5EF4-FFF2-40B4-BE49-F238E27FC236}">
                    <a16:creationId xmlns:a16="http://schemas.microsoft.com/office/drawing/2014/main" id="{A7238BDB-883D-985D-03A5-37454232E928}"/>
                  </a:ext>
                </a:extLst>
              </p:cNvPr>
              <p:cNvSpPr/>
              <p:nvPr/>
            </p:nvSpPr>
            <p:spPr>
              <a:xfrm>
                <a:off x="384002" y="1014918"/>
                <a:ext cx="1182205" cy="1182205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77D6F92E-F6DC-25AD-0EEB-21B64C65C6B8}"/>
                </a:ext>
              </a:extLst>
            </p:cNvPr>
            <p:cNvGrpSpPr/>
            <p:nvPr/>
          </p:nvGrpSpPr>
          <p:grpSpPr>
            <a:xfrm>
              <a:off x="10788085" y="2430125"/>
              <a:ext cx="837726" cy="837081"/>
              <a:chOff x="10799110" y="1288599"/>
              <a:chExt cx="837726" cy="837081"/>
            </a:xfrm>
          </p:grpSpPr>
          <p:grpSp>
            <p:nvGrpSpPr>
              <p:cNvPr id="70" name="グループ化 69">
                <a:extLst>
                  <a:ext uri="{FF2B5EF4-FFF2-40B4-BE49-F238E27FC236}">
                    <a16:creationId xmlns:a16="http://schemas.microsoft.com/office/drawing/2014/main" id="{2AF76CF5-6344-4A4C-9622-1C88F1D15752}"/>
                  </a:ext>
                </a:extLst>
              </p:cNvPr>
              <p:cNvGrpSpPr/>
              <p:nvPr/>
            </p:nvGrpSpPr>
            <p:grpSpPr>
              <a:xfrm>
                <a:off x="10799110" y="1288599"/>
                <a:ext cx="833139" cy="833139"/>
                <a:chOff x="7462825" y="2159900"/>
                <a:chExt cx="890013" cy="890013"/>
              </a:xfrm>
            </p:grpSpPr>
            <p:sp>
              <p:nvSpPr>
                <p:cNvPr id="81" name="正方形/長方形 80">
                  <a:extLst>
                    <a:ext uri="{FF2B5EF4-FFF2-40B4-BE49-F238E27FC236}">
                      <a16:creationId xmlns:a16="http://schemas.microsoft.com/office/drawing/2014/main" id="{BDDBCEB6-E153-D852-A87F-827580AC2565}"/>
                    </a:ext>
                  </a:extLst>
                </p:cNvPr>
                <p:cNvSpPr/>
                <p:nvPr/>
              </p:nvSpPr>
              <p:spPr>
                <a:xfrm rot="21181824">
                  <a:off x="7462825" y="2159900"/>
                  <a:ext cx="890013" cy="89001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83" name="図 82">
                  <a:extLst>
                    <a:ext uri="{FF2B5EF4-FFF2-40B4-BE49-F238E27FC236}">
                      <a16:creationId xmlns:a16="http://schemas.microsoft.com/office/drawing/2014/main" id="{145DCF7C-A48B-9C68-F397-88835E9BCA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523857" y="2223240"/>
                  <a:ext cx="770245" cy="770245"/>
                </a:xfrm>
                <a:prstGeom prst="rect">
                  <a:avLst/>
                </a:prstGeom>
              </p:spPr>
            </p:pic>
          </p:grpSp>
          <p:sp>
            <p:nvSpPr>
              <p:cNvPr id="80" name="正方形/長方形 79">
                <a:extLst>
                  <a:ext uri="{FF2B5EF4-FFF2-40B4-BE49-F238E27FC236}">
                    <a16:creationId xmlns:a16="http://schemas.microsoft.com/office/drawing/2014/main" id="{45E34DA9-E387-1FFC-5934-ACE0520ADF3D}"/>
                  </a:ext>
                </a:extLst>
              </p:cNvPr>
              <p:cNvSpPr/>
              <p:nvPr/>
            </p:nvSpPr>
            <p:spPr>
              <a:xfrm rot="21181824">
                <a:off x="10803697" y="1292541"/>
                <a:ext cx="833139" cy="83313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>
                    <a:latin typeface="07焔極太明朝" panose="02000600000000000000" pitchFamily="50" charset="-128"/>
                    <a:ea typeface="07焔極太明朝" panose="02000600000000000000" pitchFamily="50" charset="-128"/>
                  </a:rPr>
                  <a:t>6</a:t>
                </a:r>
                <a:r>
                  <a:rPr kumimoji="1" lang="en-US" altLang="ja-JP">
                    <a:latin typeface="07焔極太明朝" panose="02000600000000000000" pitchFamily="50" charset="-128"/>
                    <a:ea typeface="07焔極太明朝" panose="02000600000000000000" pitchFamily="50" charset="-128"/>
                  </a:rPr>
                  <a:t>0s</a:t>
                </a:r>
                <a:endParaRPr kumimoji="1" lang="ja-JP" altLang="en-US">
                  <a:latin typeface="07焔極太明朝" panose="02000600000000000000" pitchFamily="50" charset="-128"/>
                  <a:ea typeface="07焔極太明朝" panose="02000600000000000000" pitchFamily="50" charset="-128"/>
                </a:endParaRPr>
              </a:p>
            </p:txBody>
          </p:sp>
        </p:grpSp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A367C21D-5689-BDAE-2091-54473F73934D}"/>
                </a:ext>
              </a:extLst>
            </p:cNvPr>
            <p:cNvGrpSpPr/>
            <p:nvPr/>
          </p:nvGrpSpPr>
          <p:grpSpPr>
            <a:xfrm>
              <a:off x="10757616" y="3611843"/>
              <a:ext cx="898665" cy="833139"/>
              <a:chOff x="10757616" y="2940198"/>
              <a:chExt cx="898665" cy="833139"/>
            </a:xfrm>
          </p:grpSpPr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063E4364-DF41-ED9B-57C1-EF09E3471897}"/>
                  </a:ext>
                </a:extLst>
              </p:cNvPr>
              <p:cNvSpPr/>
              <p:nvPr/>
            </p:nvSpPr>
            <p:spPr>
              <a:xfrm rot="21181824">
                <a:off x="10799110" y="2940198"/>
                <a:ext cx="833139" cy="8331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8" name="図 67">
                <a:extLst>
                  <a:ext uri="{FF2B5EF4-FFF2-40B4-BE49-F238E27FC236}">
                    <a16:creationId xmlns:a16="http://schemas.microsoft.com/office/drawing/2014/main" id="{DDD2EB87-E23C-D0B7-5BA6-DC07ABA299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57616" y="3019767"/>
                <a:ext cx="898665" cy="673999"/>
              </a:xfrm>
              <a:prstGeom prst="rect">
                <a:avLst/>
              </a:prstGeom>
            </p:spPr>
          </p:pic>
        </p:grp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B25E8C48-8EF4-98A8-CDF5-8170BE15B793}"/>
                </a:ext>
              </a:extLst>
            </p:cNvPr>
            <p:cNvGrpSpPr/>
            <p:nvPr/>
          </p:nvGrpSpPr>
          <p:grpSpPr>
            <a:xfrm>
              <a:off x="10790379" y="4789618"/>
              <a:ext cx="833139" cy="833139"/>
              <a:chOff x="10799110" y="4679387"/>
              <a:chExt cx="833139" cy="833139"/>
            </a:xfrm>
          </p:grpSpPr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ED246B89-E719-C097-5A0F-DCF262784554}"/>
                  </a:ext>
                </a:extLst>
              </p:cNvPr>
              <p:cNvSpPr/>
              <p:nvPr/>
            </p:nvSpPr>
            <p:spPr>
              <a:xfrm rot="21181824">
                <a:off x="10799110" y="4679387"/>
                <a:ext cx="833139" cy="8331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3" name="図 62">
                <a:extLst>
                  <a:ext uri="{FF2B5EF4-FFF2-40B4-BE49-F238E27FC236}">
                    <a16:creationId xmlns:a16="http://schemas.microsoft.com/office/drawing/2014/main" id="{DF5D9AFD-77B0-918E-F550-E09582F711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082600">
                <a:off x="10855906" y="4826127"/>
                <a:ext cx="719546" cy="539659"/>
              </a:xfrm>
              <a:prstGeom prst="rect">
                <a:avLst/>
              </a:prstGeom>
            </p:spPr>
          </p:pic>
        </p:grpSp>
        <p:pic>
          <p:nvPicPr>
            <p:cNvPr id="56" name="図 55">
              <a:extLst>
                <a:ext uri="{FF2B5EF4-FFF2-40B4-BE49-F238E27FC236}">
                  <a16:creationId xmlns:a16="http://schemas.microsoft.com/office/drawing/2014/main" id="{91D1EE60-C4B0-4EEF-D746-9A2910277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3359" y="1230942"/>
              <a:ext cx="738481" cy="786333"/>
            </a:xfrm>
            <a:prstGeom prst="rect">
              <a:avLst/>
            </a:prstGeom>
            <a:scene3d>
              <a:camera prst="perspectiveLeft" fov="1200000">
                <a:rot lat="0" lon="600000" rev="0"/>
              </a:camera>
              <a:lightRig rig="threePt" dir="t"/>
            </a:scene3d>
          </p:spPr>
        </p:pic>
      </p:grpSp>
    </p:spTree>
    <p:extLst>
      <p:ext uri="{BB962C8B-B14F-4D97-AF65-F5344CB8AC3E}">
        <p14:creationId xmlns:p14="http://schemas.microsoft.com/office/powerpoint/2010/main" val="2116405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94A1C-020F-1836-BA27-02CF2FF62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A56C13F-2A90-43E3-E8FA-1B39C3FD44FF}"/>
              </a:ext>
            </a:extLst>
          </p:cNvPr>
          <p:cNvGrpSpPr/>
          <p:nvPr/>
        </p:nvGrpSpPr>
        <p:grpSpPr>
          <a:xfrm>
            <a:off x="384002" y="60649"/>
            <a:ext cx="11429510" cy="6736702"/>
            <a:chOff x="384002" y="60649"/>
            <a:chExt cx="11429510" cy="6736702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0AE6FEE-D35C-7D11-4D00-ADB0C3D78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9" t="2578" r="1446" b="3211"/>
            <a:stretch>
              <a:fillRect/>
            </a:stretch>
          </p:blipFill>
          <p:spPr>
            <a:xfrm>
              <a:off x="1464518" y="60649"/>
              <a:ext cx="9262964" cy="673670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5" name="図 64">
              <a:extLst>
                <a:ext uri="{FF2B5EF4-FFF2-40B4-BE49-F238E27FC236}">
                  <a16:creationId xmlns:a16="http://schemas.microsoft.com/office/drawing/2014/main" id="{184E20FD-1FF6-3362-858E-D6B7F91AD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402364">
              <a:off x="7782982" y="513193"/>
              <a:ext cx="1337576" cy="1337576"/>
            </a:xfrm>
            <a:prstGeom prst="rect">
              <a:avLst/>
            </a:prstGeom>
            <a:scene3d>
              <a:camera prst="isometricBottomDown"/>
              <a:lightRig rig="threePt" dir="t"/>
            </a:scene3d>
          </p:spPr>
        </p:pic>
        <p:pic>
          <p:nvPicPr>
            <p:cNvPr id="67" name="図 66">
              <a:extLst>
                <a:ext uri="{FF2B5EF4-FFF2-40B4-BE49-F238E27FC236}">
                  <a16:creationId xmlns:a16="http://schemas.microsoft.com/office/drawing/2014/main" id="{317D2B11-EE55-8F4E-3126-15E212B59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402364">
              <a:off x="6884974" y="656445"/>
              <a:ext cx="1337576" cy="1337576"/>
            </a:xfrm>
            <a:prstGeom prst="rect">
              <a:avLst/>
            </a:prstGeom>
            <a:scene3d>
              <a:camera prst="isometricBottomDown"/>
              <a:lightRig rig="threePt" dir="t"/>
            </a:scene3d>
          </p:spPr>
        </p:pic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2C9652B6-B0BD-5105-B81E-DC187102B7AC}"/>
                </a:ext>
              </a:extLst>
            </p:cNvPr>
            <p:cNvGrpSpPr/>
            <p:nvPr/>
          </p:nvGrpSpPr>
          <p:grpSpPr>
            <a:xfrm>
              <a:off x="3025354" y="728994"/>
              <a:ext cx="1949467" cy="1171847"/>
              <a:chOff x="3023749" y="662966"/>
              <a:chExt cx="2094815" cy="1259217"/>
            </a:xfrm>
          </p:grpSpPr>
          <p:grpSp>
            <p:nvGrpSpPr>
              <p:cNvPr id="73" name="グループ化 72">
                <a:extLst>
                  <a:ext uri="{FF2B5EF4-FFF2-40B4-BE49-F238E27FC236}">
                    <a16:creationId xmlns:a16="http://schemas.microsoft.com/office/drawing/2014/main" id="{390BB094-83A9-9F4A-8F41-90A67ABE3BA8}"/>
                  </a:ext>
                </a:extLst>
              </p:cNvPr>
              <p:cNvGrpSpPr/>
              <p:nvPr/>
            </p:nvGrpSpPr>
            <p:grpSpPr>
              <a:xfrm rot="10314581">
                <a:off x="3023749" y="792336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69" name="正方形/長方形 68">
                  <a:extLst>
                    <a:ext uri="{FF2B5EF4-FFF2-40B4-BE49-F238E27FC236}">
                      <a16:creationId xmlns:a16="http://schemas.microsoft.com/office/drawing/2014/main" id="{7ECF1C4E-84A1-CAC4-2558-416F46BABE10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71" name="図 70">
                  <a:extLst>
                    <a:ext uri="{FF2B5EF4-FFF2-40B4-BE49-F238E27FC236}">
                      <a16:creationId xmlns:a16="http://schemas.microsoft.com/office/drawing/2014/main" id="{4583CB9A-535E-DD73-8B5B-9F497CD80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74" name="グループ化 73">
                <a:extLst>
                  <a:ext uri="{FF2B5EF4-FFF2-40B4-BE49-F238E27FC236}">
                    <a16:creationId xmlns:a16="http://schemas.microsoft.com/office/drawing/2014/main" id="{8E11CEC5-71FE-044D-8BD7-C6B4BB33BB6B}"/>
                  </a:ext>
                </a:extLst>
              </p:cNvPr>
              <p:cNvGrpSpPr/>
              <p:nvPr/>
            </p:nvGrpSpPr>
            <p:grpSpPr>
              <a:xfrm rot="10314581">
                <a:off x="3855751" y="662966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75" name="正方形/長方形 74">
                  <a:extLst>
                    <a:ext uri="{FF2B5EF4-FFF2-40B4-BE49-F238E27FC236}">
                      <a16:creationId xmlns:a16="http://schemas.microsoft.com/office/drawing/2014/main" id="{76E4E080-D66C-5972-62DC-DA0FB1C0E2A4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76" name="図 75">
                  <a:extLst>
                    <a:ext uri="{FF2B5EF4-FFF2-40B4-BE49-F238E27FC236}">
                      <a16:creationId xmlns:a16="http://schemas.microsoft.com/office/drawing/2014/main" id="{27FA21C0-6E12-0C56-B239-12CE609D74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77" name="グループ化 76">
                <a:extLst>
                  <a:ext uri="{FF2B5EF4-FFF2-40B4-BE49-F238E27FC236}">
                    <a16:creationId xmlns:a16="http://schemas.microsoft.com/office/drawing/2014/main" id="{D8F74439-D893-D401-9255-4026431EC13C}"/>
                  </a:ext>
                </a:extLst>
              </p:cNvPr>
              <p:cNvGrpSpPr/>
              <p:nvPr/>
            </p:nvGrpSpPr>
            <p:grpSpPr>
              <a:xfrm rot="10314581">
                <a:off x="4008566" y="884157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78" name="正方形/長方形 77">
                  <a:extLst>
                    <a:ext uri="{FF2B5EF4-FFF2-40B4-BE49-F238E27FC236}">
                      <a16:creationId xmlns:a16="http://schemas.microsoft.com/office/drawing/2014/main" id="{3CE2D0DB-3B82-FE83-A9F7-0FE461F2E402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79" name="図 78">
                  <a:extLst>
                    <a:ext uri="{FF2B5EF4-FFF2-40B4-BE49-F238E27FC236}">
                      <a16:creationId xmlns:a16="http://schemas.microsoft.com/office/drawing/2014/main" id="{8421366E-4B3E-0A7D-A4A3-6D8FC6C3D0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63A5E36C-5A41-A968-E04D-5D34C96AAECF}"/>
                </a:ext>
              </a:extLst>
            </p:cNvPr>
            <p:cNvGrpSpPr/>
            <p:nvPr/>
          </p:nvGrpSpPr>
          <p:grpSpPr>
            <a:xfrm>
              <a:off x="4678128" y="694981"/>
              <a:ext cx="2094815" cy="1259217"/>
              <a:chOff x="3023749" y="662966"/>
              <a:chExt cx="2094815" cy="1259217"/>
            </a:xfrm>
          </p:grpSpPr>
          <p:grpSp>
            <p:nvGrpSpPr>
              <p:cNvPr id="47" name="グループ化 46">
                <a:extLst>
                  <a:ext uri="{FF2B5EF4-FFF2-40B4-BE49-F238E27FC236}">
                    <a16:creationId xmlns:a16="http://schemas.microsoft.com/office/drawing/2014/main" id="{8146E6D5-7A68-77F6-51A9-11BD62278932}"/>
                  </a:ext>
                </a:extLst>
              </p:cNvPr>
              <p:cNvGrpSpPr/>
              <p:nvPr/>
            </p:nvGrpSpPr>
            <p:grpSpPr>
              <a:xfrm rot="10314581">
                <a:off x="3023749" y="792336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54" name="正方形/長方形 53">
                  <a:extLst>
                    <a:ext uri="{FF2B5EF4-FFF2-40B4-BE49-F238E27FC236}">
                      <a16:creationId xmlns:a16="http://schemas.microsoft.com/office/drawing/2014/main" id="{FA8BEDB3-418B-F3F8-8178-C2B9AF09254A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55" name="図 54">
                  <a:extLst>
                    <a:ext uri="{FF2B5EF4-FFF2-40B4-BE49-F238E27FC236}">
                      <a16:creationId xmlns:a16="http://schemas.microsoft.com/office/drawing/2014/main" id="{AF0008A7-5620-6E4A-AA4D-FFC4BBFD00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48" name="グループ化 47">
                <a:extLst>
                  <a:ext uri="{FF2B5EF4-FFF2-40B4-BE49-F238E27FC236}">
                    <a16:creationId xmlns:a16="http://schemas.microsoft.com/office/drawing/2014/main" id="{24C227B6-764E-6DB8-917C-C1D1B0053BC9}"/>
                  </a:ext>
                </a:extLst>
              </p:cNvPr>
              <p:cNvGrpSpPr/>
              <p:nvPr/>
            </p:nvGrpSpPr>
            <p:grpSpPr>
              <a:xfrm rot="10314581">
                <a:off x="3855751" y="662966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52" name="正方形/長方形 51">
                  <a:extLst>
                    <a:ext uri="{FF2B5EF4-FFF2-40B4-BE49-F238E27FC236}">
                      <a16:creationId xmlns:a16="http://schemas.microsoft.com/office/drawing/2014/main" id="{BD75E991-1FF3-69A4-53E8-96E108F43AAD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53" name="図 52">
                  <a:extLst>
                    <a:ext uri="{FF2B5EF4-FFF2-40B4-BE49-F238E27FC236}">
                      <a16:creationId xmlns:a16="http://schemas.microsoft.com/office/drawing/2014/main" id="{855BA217-7BE9-C796-FB55-C02CC96662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95564A20-23DF-BEEB-9BC7-F80193BAC86E}"/>
                  </a:ext>
                </a:extLst>
              </p:cNvPr>
              <p:cNvGrpSpPr/>
              <p:nvPr/>
            </p:nvGrpSpPr>
            <p:grpSpPr>
              <a:xfrm rot="10314581">
                <a:off x="4008566" y="884157"/>
                <a:ext cx="1109998" cy="1038026"/>
                <a:chOff x="4369225" y="1829062"/>
                <a:chExt cx="811086" cy="758496"/>
              </a:xfrm>
              <a:scene3d>
                <a:camera prst="isometricTopUp"/>
                <a:lightRig rig="threePt" dir="t"/>
              </a:scene3d>
            </p:grpSpPr>
            <p:sp>
              <p:nvSpPr>
                <p:cNvPr id="50" name="正方形/長方形 49">
                  <a:extLst>
                    <a:ext uri="{FF2B5EF4-FFF2-40B4-BE49-F238E27FC236}">
                      <a16:creationId xmlns:a16="http://schemas.microsoft.com/office/drawing/2014/main" id="{385D498E-3034-AFEC-D45A-04A8656B435D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51" name="図 50">
                  <a:extLst>
                    <a:ext uri="{FF2B5EF4-FFF2-40B4-BE49-F238E27FC236}">
                      <a16:creationId xmlns:a16="http://schemas.microsoft.com/office/drawing/2014/main" id="{6F197BB9-4E9B-8AA8-7DC2-B7C896AFF5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</p:grpSp>
        <p:pic>
          <p:nvPicPr>
            <p:cNvPr id="57" name="図 56">
              <a:extLst>
                <a:ext uri="{FF2B5EF4-FFF2-40B4-BE49-F238E27FC236}">
                  <a16:creationId xmlns:a16="http://schemas.microsoft.com/office/drawing/2014/main" id="{D6656FAA-3DCF-E799-3963-4132FA5D5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7062" y="2903805"/>
              <a:ext cx="2245045" cy="1683784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59" name="図 58">
              <a:extLst>
                <a:ext uri="{FF2B5EF4-FFF2-40B4-BE49-F238E27FC236}">
                  <a16:creationId xmlns:a16="http://schemas.microsoft.com/office/drawing/2014/main" id="{F51D0C00-CFF7-B95A-DD36-6C41169D8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8405" y="2290949"/>
              <a:ext cx="2245045" cy="1683784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0B763297-6E4C-6745-AA9D-FE83F51930E9}"/>
                </a:ext>
              </a:extLst>
            </p:cNvPr>
            <p:cNvGrpSpPr/>
            <p:nvPr/>
          </p:nvGrpSpPr>
          <p:grpSpPr>
            <a:xfrm>
              <a:off x="9710025" y="1519117"/>
              <a:ext cx="619063" cy="619063"/>
              <a:chOff x="10799110" y="4679387"/>
              <a:chExt cx="833139" cy="833139"/>
            </a:xfrm>
            <a:scene3d>
              <a:camera prst="isometricOffAxis2Right"/>
              <a:lightRig rig="threePt" dir="t"/>
            </a:scene3d>
          </p:grpSpPr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3655731A-9A30-8F88-A02E-7BFC5E23E9C3}"/>
                  </a:ext>
                </a:extLst>
              </p:cNvPr>
              <p:cNvSpPr/>
              <p:nvPr/>
            </p:nvSpPr>
            <p:spPr>
              <a:xfrm rot="21181824">
                <a:off x="10799110" y="4679387"/>
                <a:ext cx="833139" cy="8331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4" name="図 63">
                <a:extLst>
                  <a:ext uri="{FF2B5EF4-FFF2-40B4-BE49-F238E27FC236}">
                    <a16:creationId xmlns:a16="http://schemas.microsoft.com/office/drawing/2014/main" id="{ED1E1BAE-00A0-B43A-16BB-F31D2B311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082600">
                <a:off x="10855906" y="4826127"/>
                <a:ext cx="719546" cy="539659"/>
              </a:xfrm>
              <a:prstGeom prst="rect">
                <a:avLst/>
              </a:prstGeom>
            </p:spPr>
          </p:pic>
        </p:grpSp>
        <p:pic>
          <p:nvPicPr>
            <p:cNvPr id="72" name="図 71">
              <a:extLst>
                <a:ext uri="{FF2B5EF4-FFF2-40B4-BE49-F238E27FC236}">
                  <a16:creationId xmlns:a16="http://schemas.microsoft.com/office/drawing/2014/main" id="{61C1D1FA-2FF7-1810-42CD-EAABC4FD4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8899935" y="3444290"/>
              <a:ext cx="1226128" cy="53965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82" name="図 81">
              <a:extLst>
                <a:ext uri="{FF2B5EF4-FFF2-40B4-BE49-F238E27FC236}">
                  <a16:creationId xmlns:a16="http://schemas.microsoft.com/office/drawing/2014/main" id="{1C416206-470A-ED42-639E-2F1AF9BBA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9098959" y="2842099"/>
              <a:ext cx="1226128" cy="53965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94" name="図 93">
              <a:extLst>
                <a:ext uri="{FF2B5EF4-FFF2-40B4-BE49-F238E27FC236}">
                  <a16:creationId xmlns:a16="http://schemas.microsoft.com/office/drawing/2014/main" id="{81743ED0-A303-6605-5B1A-35788F22A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384" t="72502"/>
            <a:stretch>
              <a:fillRect/>
            </a:stretch>
          </p:blipFill>
          <p:spPr>
            <a:xfrm flipH="1">
              <a:off x="8406652" y="4106261"/>
              <a:ext cx="1293184" cy="1002013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97" name="図 96">
              <a:extLst>
                <a:ext uri="{FF2B5EF4-FFF2-40B4-BE49-F238E27FC236}">
                  <a16:creationId xmlns:a16="http://schemas.microsoft.com/office/drawing/2014/main" id="{54666291-E57F-C96C-A101-F97B128B0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384" t="72502"/>
            <a:stretch>
              <a:fillRect/>
            </a:stretch>
          </p:blipFill>
          <p:spPr>
            <a:xfrm flipH="1">
              <a:off x="8278916" y="3393420"/>
              <a:ext cx="1293184" cy="1002013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0" name="図 99">
              <a:extLst>
                <a:ext uri="{FF2B5EF4-FFF2-40B4-BE49-F238E27FC236}">
                  <a16:creationId xmlns:a16="http://schemas.microsoft.com/office/drawing/2014/main" id="{FCD0C4CA-F7D0-9EF2-9F67-AD199F20B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384" t="72502"/>
            <a:stretch>
              <a:fillRect/>
            </a:stretch>
          </p:blipFill>
          <p:spPr>
            <a:xfrm flipH="1">
              <a:off x="8415851" y="2752853"/>
              <a:ext cx="1293184" cy="1002013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4" name="図 103">
              <a:extLst>
                <a:ext uri="{FF2B5EF4-FFF2-40B4-BE49-F238E27FC236}">
                  <a16:creationId xmlns:a16="http://schemas.microsoft.com/office/drawing/2014/main" id="{64A9B859-3CA7-DC86-2559-9091F4467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721"/>
            <a:stretch>
              <a:fillRect/>
            </a:stretch>
          </p:blipFill>
          <p:spPr>
            <a:xfrm rot="20222463" flipH="1">
              <a:off x="8892013" y="2510052"/>
              <a:ext cx="1131336" cy="110656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6" name="図 105">
              <a:extLst>
                <a:ext uri="{FF2B5EF4-FFF2-40B4-BE49-F238E27FC236}">
                  <a16:creationId xmlns:a16="http://schemas.microsoft.com/office/drawing/2014/main" id="{FCB9BB22-B0C4-4601-0426-D4A59C215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721"/>
            <a:stretch>
              <a:fillRect/>
            </a:stretch>
          </p:blipFill>
          <p:spPr>
            <a:xfrm rot="20420475" flipH="1">
              <a:off x="8812109" y="3844873"/>
              <a:ext cx="1217493" cy="110656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08" name="図 107">
              <a:extLst>
                <a:ext uri="{FF2B5EF4-FFF2-40B4-BE49-F238E27FC236}">
                  <a16:creationId xmlns:a16="http://schemas.microsoft.com/office/drawing/2014/main" id="{04F86963-A039-AC71-C2C0-3B5F709F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721"/>
            <a:stretch>
              <a:fillRect/>
            </a:stretch>
          </p:blipFill>
          <p:spPr>
            <a:xfrm rot="20420475" flipH="1">
              <a:off x="8739536" y="3259839"/>
              <a:ext cx="1217493" cy="1106569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grpSp>
          <p:nvGrpSpPr>
            <p:cNvPr id="110" name="グループ化 109">
              <a:extLst>
                <a:ext uri="{FF2B5EF4-FFF2-40B4-BE49-F238E27FC236}">
                  <a16:creationId xmlns:a16="http://schemas.microsoft.com/office/drawing/2014/main" id="{22FD62BB-7521-424E-C3D1-745AB456197C}"/>
                </a:ext>
              </a:extLst>
            </p:cNvPr>
            <p:cNvGrpSpPr/>
            <p:nvPr/>
          </p:nvGrpSpPr>
          <p:grpSpPr>
            <a:xfrm>
              <a:off x="8559947" y="1949661"/>
              <a:ext cx="754362" cy="1010384"/>
              <a:chOff x="540604" y="2929405"/>
              <a:chExt cx="826175" cy="1106569"/>
            </a:xfrm>
            <a:scene3d>
              <a:camera prst="isometricOffAxis2Right"/>
              <a:lightRig rig="threePt" dir="t"/>
            </a:scene3d>
          </p:grpSpPr>
          <p:sp>
            <p:nvSpPr>
              <p:cNvPr id="111" name="正方形/長方形 110">
                <a:extLst>
                  <a:ext uri="{FF2B5EF4-FFF2-40B4-BE49-F238E27FC236}">
                    <a16:creationId xmlns:a16="http://schemas.microsoft.com/office/drawing/2014/main" id="{8A4441FE-BA43-E7CB-D7DF-C37116CB4EAD}"/>
                  </a:ext>
                </a:extLst>
              </p:cNvPr>
              <p:cNvSpPr/>
              <p:nvPr/>
            </p:nvSpPr>
            <p:spPr>
              <a:xfrm rot="765235">
                <a:off x="581386" y="3060995"/>
                <a:ext cx="776832" cy="77683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12" name="図 111">
                <a:extLst>
                  <a:ext uri="{FF2B5EF4-FFF2-40B4-BE49-F238E27FC236}">
                    <a16:creationId xmlns:a16="http://schemas.microsoft.com/office/drawing/2014/main" id="{220F09D6-EA72-12C1-FC1E-509FC76E35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7218"/>
              <a:stretch>
                <a:fillRect/>
              </a:stretch>
            </p:blipFill>
            <p:spPr>
              <a:xfrm rot="896244">
                <a:off x="540604" y="2929405"/>
                <a:ext cx="826175" cy="1106569"/>
              </a:xfrm>
              <a:prstGeom prst="rect">
                <a:avLst/>
              </a:prstGeom>
            </p:spPr>
          </p:pic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AEA65FCE-42BF-F327-DABA-789615589E6A}"/>
                </a:ext>
              </a:extLst>
            </p:cNvPr>
            <p:cNvGrpSpPr/>
            <p:nvPr/>
          </p:nvGrpSpPr>
          <p:grpSpPr>
            <a:xfrm>
              <a:off x="384002" y="885696"/>
              <a:ext cx="1182205" cy="5086608"/>
              <a:chOff x="384002" y="989518"/>
              <a:chExt cx="1182205" cy="5086608"/>
            </a:xfrm>
          </p:grpSpPr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789F01BB-2F53-8835-2FBA-9397C9D8F356}"/>
                  </a:ext>
                </a:extLst>
              </p:cNvPr>
              <p:cNvGrpSpPr/>
              <p:nvPr/>
            </p:nvGrpSpPr>
            <p:grpSpPr>
              <a:xfrm>
                <a:off x="384002" y="989518"/>
                <a:ext cx="1182205" cy="5086608"/>
                <a:chOff x="384002" y="1014918"/>
                <a:chExt cx="1182205" cy="5086608"/>
              </a:xfrm>
            </p:grpSpPr>
            <p:sp>
              <p:nvSpPr>
                <p:cNvPr id="36" name="四角形: 角を丸くする 35">
                  <a:extLst>
                    <a:ext uri="{FF2B5EF4-FFF2-40B4-BE49-F238E27FC236}">
                      <a16:creationId xmlns:a16="http://schemas.microsoft.com/office/drawing/2014/main" id="{D7D84996-98CB-4D6B-4987-4320742775A8}"/>
                    </a:ext>
                  </a:extLst>
                </p:cNvPr>
                <p:cNvSpPr/>
                <p:nvPr/>
              </p:nvSpPr>
              <p:spPr>
                <a:xfrm>
                  <a:off x="384003" y="1800885"/>
                  <a:ext cx="1182204" cy="4300641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  <a:alpha val="85000"/>
                  </a:schemeClr>
                </a:solidFill>
                <a:ln w="3810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7" name="楕円 36">
                  <a:extLst>
                    <a:ext uri="{FF2B5EF4-FFF2-40B4-BE49-F238E27FC236}">
                      <a16:creationId xmlns:a16="http://schemas.microsoft.com/office/drawing/2014/main" id="{ABB3FA91-919E-E43D-49B4-5538ADEC8E55}"/>
                    </a:ext>
                  </a:extLst>
                </p:cNvPr>
                <p:cNvSpPr/>
                <p:nvPr/>
              </p:nvSpPr>
              <p:spPr>
                <a:xfrm>
                  <a:off x="384002" y="1014918"/>
                  <a:ext cx="1182205" cy="1182205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B9574159-B135-11AD-5A38-7ADB145576E2}"/>
                  </a:ext>
                </a:extLst>
              </p:cNvPr>
              <p:cNvGrpSpPr/>
              <p:nvPr/>
            </p:nvGrpSpPr>
            <p:grpSpPr>
              <a:xfrm>
                <a:off x="546946" y="2482416"/>
                <a:ext cx="856317" cy="3064578"/>
                <a:chOff x="570070" y="2650190"/>
                <a:chExt cx="856317" cy="3064578"/>
              </a:xfrm>
            </p:grpSpPr>
            <p:grpSp>
              <p:nvGrpSpPr>
                <p:cNvPr id="23" name="グループ化 22">
                  <a:extLst>
                    <a:ext uri="{FF2B5EF4-FFF2-40B4-BE49-F238E27FC236}">
                      <a16:creationId xmlns:a16="http://schemas.microsoft.com/office/drawing/2014/main" id="{B2BB90F3-AC33-76A9-FEB1-C9C27DD5B0D4}"/>
                    </a:ext>
                  </a:extLst>
                </p:cNvPr>
                <p:cNvGrpSpPr/>
                <p:nvPr/>
              </p:nvGrpSpPr>
              <p:grpSpPr>
                <a:xfrm>
                  <a:off x="570070" y="2650190"/>
                  <a:ext cx="856317" cy="856317"/>
                  <a:chOff x="541643" y="1343511"/>
                  <a:chExt cx="856317" cy="856317"/>
                </a:xfrm>
              </p:grpSpPr>
              <p:grpSp>
                <p:nvGrpSpPr>
                  <p:cNvPr id="32" name="グループ化 31">
                    <a:extLst>
                      <a:ext uri="{FF2B5EF4-FFF2-40B4-BE49-F238E27FC236}">
                        <a16:creationId xmlns:a16="http://schemas.microsoft.com/office/drawing/2014/main" id="{6D392778-2A3A-56DB-6419-DE6EFE508A17}"/>
                      </a:ext>
                    </a:extLst>
                  </p:cNvPr>
                  <p:cNvGrpSpPr/>
                  <p:nvPr/>
                </p:nvGrpSpPr>
                <p:grpSpPr>
                  <a:xfrm rot="765235">
                    <a:off x="541643" y="1343511"/>
                    <a:ext cx="856317" cy="856317"/>
                    <a:chOff x="1975681" y="3937390"/>
                    <a:chExt cx="1007961" cy="1007961"/>
                  </a:xfrm>
                </p:grpSpPr>
                <p:sp>
                  <p:nvSpPr>
                    <p:cNvPr id="34" name="正方形/長方形 33">
                      <a:extLst>
                        <a:ext uri="{FF2B5EF4-FFF2-40B4-BE49-F238E27FC236}">
                          <a16:creationId xmlns:a16="http://schemas.microsoft.com/office/drawing/2014/main" id="{C1F5758D-AA14-A6CE-E5FB-0C9418810B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22462" y="3984171"/>
                      <a:ext cx="914400" cy="914400"/>
                    </a:xfrm>
                    <a:prstGeom prst="rect">
                      <a:avLst/>
                    </a:prstGeom>
                    <a:solidFill>
                      <a:schemeClr val="accent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pic>
                  <p:nvPicPr>
                    <p:cNvPr id="35" name="図 34">
                      <a:extLst>
                        <a:ext uri="{FF2B5EF4-FFF2-40B4-BE49-F238E27FC236}">
                          <a16:creationId xmlns:a16="http://schemas.microsoft.com/office/drawing/2014/main" id="{AADCFAE8-88F4-61B6-8898-FCB75EF97B3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975681" y="3937390"/>
                      <a:ext cx="1007961" cy="1007961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33" name="正方形/長方形 32">
                    <a:extLst>
                      <a:ext uri="{FF2B5EF4-FFF2-40B4-BE49-F238E27FC236}">
                        <a16:creationId xmlns:a16="http://schemas.microsoft.com/office/drawing/2014/main" id="{52FB84E6-D1B8-70DF-F56C-117FB2E0459C}"/>
                      </a:ext>
                    </a:extLst>
                  </p:cNvPr>
                  <p:cNvSpPr/>
                  <p:nvPr/>
                </p:nvSpPr>
                <p:spPr>
                  <a:xfrm rot="803638" flipH="1">
                    <a:off x="581640" y="1389307"/>
                    <a:ext cx="771016" cy="771016"/>
                  </a:xfrm>
                  <a:prstGeom prst="rect">
                    <a:avLst/>
                  </a:prstGeom>
                  <a:solidFill>
                    <a:schemeClr val="tx1">
                      <a:lumMod val="75000"/>
                      <a:lumOff val="25000"/>
                      <a:alpha val="7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>
                        <a:latin typeface="クラフト明朝" panose="02000700000000000000" pitchFamily="50" charset="-128"/>
                        <a:ea typeface="クラフト明朝" panose="02000700000000000000" pitchFamily="50" charset="-128"/>
                      </a:rPr>
                      <a:t>10</a:t>
                    </a:r>
                    <a:r>
                      <a:rPr kumimoji="1" lang="en-US" altLang="ja-JP">
                        <a:latin typeface="クラフト明朝" panose="02000700000000000000" pitchFamily="50" charset="-128"/>
                        <a:ea typeface="クラフト明朝" panose="02000700000000000000" pitchFamily="50" charset="-128"/>
                      </a:rPr>
                      <a:t>s</a:t>
                    </a:r>
                    <a:endParaRPr kumimoji="1" lang="ja-JP" altLang="en-US">
                      <a:latin typeface="クラフト明朝" panose="02000700000000000000" pitchFamily="50" charset="-128"/>
                      <a:ea typeface="クラフト明朝" panose="02000700000000000000" pitchFamily="50" charset="-128"/>
                    </a:endParaRPr>
                  </a:p>
                </p:txBody>
              </p:sp>
            </p:grpSp>
            <p:grpSp>
              <p:nvGrpSpPr>
                <p:cNvPr id="24" name="グループ化 23">
                  <a:extLst>
                    <a:ext uri="{FF2B5EF4-FFF2-40B4-BE49-F238E27FC236}">
                      <a16:creationId xmlns:a16="http://schemas.microsoft.com/office/drawing/2014/main" id="{92A735BF-C72C-4ACB-5699-C766BB29DCD9}"/>
                    </a:ext>
                  </a:extLst>
                </p:cNvPr>
                <p:cNvGrpSpPr/>
                <p:nvPr/>
              </p:nvGrpSpPr>
              <p:grpSpPr>
                <a:xfrm>
                  <a:off x="585141" y="3833729"/>
                  <a:ext cx="826175" cy="776984"/>
                  <a:chOff x="552228" y="3060843"/>
                  <a:chExt cx="826175" cy="776984"/>
                </a:xfrm>
              </p:grpSpPr>
              <p:sp>
                <p:nvSpPr>
                  <p:cNvPr id="29" name="正方形/長方形 28">
                    <a:extLst>
                      <a:ext uri="{FF2B5EF4-FFF2-40B4-BE49-F238E27FC236}">
                        <a16:creationId xmlns:a16="http://schemas.microsoft.com/office/drawing/2014/main" id="{92FDBDF9-F331-DA6B-A880-479D5B926991}"/>
                      </a:ext>
                    </a:extLst>
                  </p:cNvPr>
                  <p:cNvSpPr/>
                  <p:nvPr/>
                </p:nvSpPr>
                <p:spPr>
                  <a:xfrm rot="765235">
                    <a:off x="581386" y="3060995"/>
                    <a:ext cx="776832" cy="776832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pic>
                <p:nvPicPr>
                  <p:cNvPr id="31" name="図 30">
                    <a:extLst>
                      <a:ext uri="{FF2B5EF4-FFF2-40B4-BE49-F238E27FC236}">
                        <a16:creationId xmlns:a16="http://schemas.microsoft.com/office/drawing/2014/main" id="{2E1D0D6D-5CD0-C94C-3AE1-97B00D08F4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11740" r="47218" b="19891"/>
                  <a:stretch>
                    <a:fillRect/>
                  </a:stretch>
                </p:blipFill>
                <p:spPr>
                  <a:xfrm rot="896244">
                    <a:off x="552228" y="3060843"/>
                    <a:ext cx="826175" cy="75654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" name="グループ化 24">
                  <a:extLst>
                    <a:ext uri="{FF2B5EF4-FFF2-40B4-BE49-F238E27FC236}">
                      <a16:creationId xmlns:a16="http://schemas.microsoft.com/office/drawing/2014/main" id="{9E9AE483-C5BC-2879-01D8-03233B54A51B}"/>
                    </a:ext>
                  </a:extLst>
                </p:cNvPr>
                <p:cNvGrpSpPr/>
                <p:nvPr/>
              </p:nvGrpSpPr>
              <p:grpSpPr>
                <a:xfrm>
                  <a:off x="609812" y="4937936"/>
                  <a:ext cx="776832" cy="776832"/>
                  <a:chOff x="581386" y="4738737"/>
                  <a:chExt cx="776832" cy="776832"/>
                </a:xfrm>
              </p:grpSpPr>
              <p:sp>
                <p:nvSpPr>
                  <p:cNvPr id="26" name="正方形/長方形 25">
                    <a:extLst>
                      <a:ext uri="{FF2B5EF4-FFF2-40B4-BE49-F238E27FC236}">
                        <a16:creationId xmlns:a16="http://schemas.microsoft.com/office/drawing/2014/main" id="{AB029CF5-AE3C-6E28-AB43-594B68F5AB8C}"/>
                      </a:ext>
                    </a:extLst>
                  </p:cNvPr>
                  <p:cNvSpPr/>
                  <p:nvPr/>
                </p:nvSpPr>
                <p:spPr>
                  <a:xfrm rot="765235">
                    <a:off x="581386" y="4738737"/>
                    <a:ext cx="776832" cy="776832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pic>
                <p:nvPicPr>
                  <p:cNvPr id="27" name="図 26">
                    <a:extLst>
                      <a:ext uri="{FF2B5EF4-FFF2-40B4-BE49-F238E27FC236}">
                        <a16:creationId xmlns:a16="http://schemas.microsoft.com/office/drawing/2014/main" id="{7A6BCA2A-D25B-22C4-C678-03E0E90146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>
                    <a:duotone>
                      <a:prstClr val="black"/>
                      <a:schemeClr val="tx2">
                        <a:tint val="45000"/>
                        <a:satMod val="400000"/>
                      </a:scheme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026517">
                    <a:off x="744895" y="4902609"/>
                    <a:ext cx="486411" cy="48641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9" name="グループ化 18">
                <a:extLst>
                  <a:ext uri="{FF2B5EF4-FFF2-40B4-BE49-F238E27FC236}">
                    <a16:creationId xmlns:a16="http://schemas.microsoft.com/office/drawing/2014/main" id="{37473DA7-DFBC-75E2-E639-3D864DF34099}"/>
                  </a:ext>
                </a:extLst>
              </p:cNvPr>
              <p:cNvGrpSpPr/>
              <p:nvPr/>
            </p:nvGrpSpPr>
            <p:grpSpPr>
              <a:xfrm>
                <a:off x="570811" y="1286119"/>
                <a:ext cx="808587" cy="589002"/>
                <a:chOff x="6786897" y="4358057"/>
                <a:chExt cx="1322470" cy="963332"/>
              </a:xfrm>
            </p:grpSpPr>
            <p:sp>
              <p:nvSpPr>
                <p:cNvPr id="20" name="月 19">
                  <a:extLst>
                    <a:ext uri="{FF2B5EF4-FFF2-40B4-BE49-F238E27FC236}">
                      <a16:creationId xmlns:a16="http://schemas.microsoft.com/office/drawing/2014/main" id="{29185088-56A9-AE64-516A-8D88ABBE5E27}"/>
                    </a:ext>
                  </a:extLst>
                </p:cNvPr>
                <p:cNvSpPr/>
                <p:nvPr/>
              </p:nvSpPr>
              <p:spPr>
                <a:xfrm rot="16200000">
                  <a:off x="7211850" y="4423873"/>
                  <a:ext cx="472563" cy="1322470"/>
                </a:xfrm>
                <a:prstGeom prst="moon">
                  <a:avLst>
                    <a:gd name="adj" fmla="val 2150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2" name="二等辺三角形 21">
                  <a:extLst>
                    <a:ext uri="{FF2B5EF4-FFF2-40B4-BE49-F238E27FC236}">
                      <a16:creationId xmlns:a16="http://schemas.microsoft.com/office/drawing/2014/main" id="{0F3F6A0A-0AF4-FC69-A697-448F4CA0841E}"/>
                    </a:ext>
                  </a:extLst>
                </p:cNvPr>
                <p:cNvSpPr/>
                <p:nvPr/>
              </p:nvSpPr>
              <p:spPr>
                <a:xfrm>
                  <a:off x="7047674" y="4358057"/>
                  <a:ext cx="800911" cy="878569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B62B93CA-D9FA-5E66-5285-D494D8074983}"/>
                </a:ext>
              </a:extLst>
            </p:cNvPr>
            <p:cNvGrpSpPr/>
            <p:nvPr/>
          </p:nvGrpSpPr>
          <p:grpSpPr>
            <a:xfrm>
              <a:off x="10631307" y="885696"/>
              <a:ext cx="1182205" cy="5086608"/>
              <a:chOff x="10631307" y="1014918"/>
              <a:chExt cx="1182205" cy="5086608"/>
            </a:xfrm>
          </p:grpSpPr>
          <p:grpSp>
            <p:nvGrpSpPr>
              <p:cNvPr id="41" name="グループ化 40">
                <a:extLst>
                  <a:ext uri="{FF2B5EF4-FFF2-40B4-BE49-F238E27FC236}">
                    <a16:creationId xmlns:a16="http://schemas.microsoft.com/office/drawing/2014/main" id="{90F0F8F1-E27D-5859-71CB-A5F7D6BA9C9A}"/>
                  </a:ext>
                </a:extLst>
              </p:cNvPr>
              <p:cNvGrpSpPr/>
              <p:nvPr/>
            </p:nvGrpSpPr>
            <p:grpSpPr>
              <a:xfrm>
                <a:off x="10631307" y="1014918"/>
                <a:ext cx="1182205" cy="5086608"/>
                <a:chOff x="384002" y="1014918"/>
                <a:chExt cx="1182205" cy="5086608"/>
              </a:xfrm>
            </p:grpSpPr>
            <p:sp>
              <p:nvSpPr>
                <p:cNvPr id="84" name="四角形: 角を丸くする 83">
                  <a:extLst>
                    <a:ext uri="{FF2B5EF4-FFF2-40B4-BE49-F238E27FC236}">
                      <a16:creationId xmlns:a16="http://schemas.microsoft.com/office/drawing/2014/main" id="{B870F9C7-E2D5-65B8-5538-B150C60CAD90}"/>
                    </a:ext>
                  </a:extLst>
                </p:cNvPr>
                <p:cNvSpPr/>
                <p:nvPr/>
              </p:nvSpPr>
              <p:spPr>
                <a:xfrm>
                  <a:off x="384003" y="1800885"/>
                  <a:ext cx="1182204" cy="4300641"/>
                </a:xfrm>
                <a:prstGeom prst="roundRect">
                  <a:avLst/>
                </a:prstGeom>
                <a:solidFill>
                  <a:schemeClr val="tx1">
                    <a:lumMod val="85000"/>
                    <a:lumOff val="15000"/>
                    <a:alpha val="85000"/>
                  </a:schemeClr>
                </a:solidFill>
                <a:ln w="3810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85" name="楕円 84">
                  <a:extLst>
                    <a:ext uri="{FF2B5EF4-FFF2-40B4-BE49-F238E27FC236}">
                      <a16:creationId xmlns:a16="http://schemas.microsoft.com/office/drawing/2014/main" id="{DCB7F9D6-8BCB-BCF8-F6AC-1E8034EC9688}"/>
                    </a:ext>
                  </a:extLst>
                </p:cNvPr>
                <p:cNvSpPr/>
                <p:nvPr/>
              </p:nvSpPr>
              <p:spPr>
                <a:xfrm>
                  <a:off x="384002" y="1014918"/>
                  <a:ext cx="1182205" cy="1182205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42" name="グループ化 41">
                <a:extLst>
                  <a:ext uri="{FF2B5EF4-FFF2-40B4-BE49-F238E27FC236}">
                    <a16:creationId xmlns:a16="http://schemas.microsoft.com/office/drawing/2014/main" id="{7CC2E577-917B-F145-8CA0-2A7BBD97BFC2}"/>
                  </a:ext>
                </a:extLst>
              </p:cNvPr>
              <p:cNvGrpSpPr/>
              <p:nvPr/>
            </p:nvGrpSpPr>
            <p:grpSpPr>
              <a:xfrm>
                <a:off x="10788085" y="2430125"/>
                <a:ext cx="837726" cy="837081"/>
                <a:chOff x="10799110" y="1288599"/>
                <a:chExt cx="837726" cy="837081"/>
              </a:xfrm>
            </p:grpSpPr>
            <p:grpSp>
              <p:nvGrpSpPr>
                <p:cNvPr id="70" name="グループ化 69">
                  <a:extLst>
                    <a:ext uri="{FF2B5EF4-FFF2-40B4-BE49-F238E27FC236}">
                      <a16:creationId xmlns:a16="http://schemas.microsoft.com/office/drawing/2014/main" id="{719DFAC4-2F7B-9102-5A6C-6CAD3115605B}"/>
                    </a:ext>
                  </a:extLst>
                </p:cNvPr>
                <p:cNvGrpSpPr/>
                <p:nvPr/>
              </p:nvGrpSpPr>
              <p:grpSpPr>
                <a:xfrm>
                  <a:off x="10799110" y="1288599"/>
                  <a:ext cx="833139" cy="833139"/>
                  <a:chOff x="7462825" y="2159900"/>
                  <a:chExt cx="890013" cy="890013"/>
                </a:xfrm>
              </p:grpSpPr>
              <p:sp>
                <p:nvSpPr>
                  <p:cNvPr id="81" name="正方形/長方形 80">
                    <a:extLst>
                      <a:ext uri="{FF2B5EF4-FFF2-40B4-BE49-F238E27FC236}">
                        <a16:creationId xmlns:a16="http://schemas.microsoft.com/office/drawing/2014/main" id="{A48EB68C-27AD-17FA-AE6D-802004CD03F8}"/>
                      </a:ext>
                    </a:extLst>
                  </p:cNvPr>
                  <p:cNvSpPr/>
                  <p:nvPr/>
                </p:nvSpPr>
                <p:spPr>
                  <a:xfrm rot="21181824">
                    <a:off x="7462825" y="2159900"/>
                    <a:ext cx="890013" cy="89001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pic>
                <p:nvPicPr>
                  <p:cNvPr id="83" name="図 82">
                    <a:extLst>
                      <a:ext uri="{FF2B5EF4-FFF2-40B4-BE49-F238E27FC236}">
                        <a16:creationId xmlns:a16="http://schemas.microsoft.com/office/drawing/2014/main" id="{9AE4DC55-8CF5-9D96-59DB-B6B8C23677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523857" y="2223240"/>
                    <a:ext cx="770245" cy="77024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80" name="正方形/長方形 79">
                  <a:extLst>
                    <a:ext uri="{FF2B5EF4-FFF2-40B4-BE49-F238E27FC236}">
                      <a16:creationId xmlns:a16="http://schemas.microsoft.com/office/drawing/2014/main" id="{DDF9EBDF-A20D-8A91-5296-5FA72CB1B812}"/>
                    </a:ext>
                  </a:extLst>
                </p:cNvPr>
                <p:cNvSpPr/>
                <p:nvPr/>
              </p:nvSpPr>
              <p:spPr>
                <a:xfrm rot="21181824">
                  <a:off x="10803697" y="1292541"/>
                  <a:ext cx="833139" cy="833139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>
                      <a:latin typeface="07焔極太明朝" panose="02000600000000000000" pitchFamily="50" charset="-128"/>
                      <a:ea typeface="07焔極太明朝" panose="02000600000000000000" pitchFamily="50" charset="-128"/>
                    </a:rPr>
                    <a:t>6</a:t>
                  </a:r>
                  <a:r>
                    <a:rPr kumimoji="1" lang="en-US" altLang="ja-JP">
                      <a:latin typeface="07焔極太明朝" panose="02000600000000000000" pitchFamily="50" charset="-128"/>
                      <a:ea typeface="07焔極太明朝" panose="02000600000000000000" pitchFamily="50" charset="-128"/>
                    </a:rPr>
                    <a:t>0s</a:t>
                  </a:r>
                  <a:endParaRPr kumimoji="1" lang="ja-JP" altLang="en-US">
                    <a:latin typeface="07焔極太明朝" panose="02000600000000000000" pitchFamily="50" charset="-128"/>
                    <a:ea typeface="07焔極太明朝" panose="02000600000000000000" pitchFamily="50" charset="-128"/>
                  </a:endParaRPr>
                </a:p>
              </p:txBody>
            </p:sp>
          </p:grpSp>
          <p:grpSp>
            <p:nvGrpSpPr>
              <p:cNvPr id="43" name="グループ化 42">
                <a:extLst>
                  <a:ext uri="{FF2B5EF4-FFF2-40B4-BE49-F238E27FC236}">
                    <a16:creationId xmlns:a16="http://schemas.microsoft.com/office/drawing/2014/main" id="{94F16FEC-5FBB-E4C6-3878-CD632B1ADF4E}"/>
                  </a:ext>
                </a:extLst>
              </p:cNvPr>
              <p:cNvGrpSpPr/>
              <p:nvPr/>
            </p:nvGrpSpPr>
            <p:grpSpPr>
              <a:xfrm>
                <a:off x="10757616" y="3611843"/>
                <a:ext cx="898665" cy="833139"/>
                <a:chOff x="10757616" y="2940198"/>
                <a:chExt cx="898665" cy="833139"/>
              </a:xfrm>
            </p:grpSpPr>
            <p:sp>
              <p:nvSpPr>
                <p:cNvPr id="66" name="正方形/長方形 65">
                  <a:extLst>
                    <a:ext uri="{FF2B5EF4-FFF2-40B4-BE49-F238E27FC236}">
                      <a16:creationId xmlns:a16="http://schemas.microsoft.com/office/drawing/2014/main" id="{1813215C-E600-17B5-2F68-EDDA6A9F74EE}"/>
                    </a:ext>
                  </a:extLst>
                </p:cNvPr>
                <p:cNvSpPr/>
                <p:nvPr/>
              </p:nvSpPr>
              <p:spPr>
                <a:xfrm rot="21181824">
                  <a:off x="10799110" y="2940198"/>
                  <a:ext cx="833139" cy="833139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68" name="図 67">
                  <a:extLst>
                    <a:ext uri="{FF2B5EF4-FFF2-40B4-BE49-F238E27FC236}">
                      <a16:creationId xmlns:a16="http://schemas.microsoft.com/office/drawing/2014/main" id="{8EF98324-3561-84DC-5E15-B50E5217F5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757616" y="3019767"/>
                  <a:ext cx="898665" cy="673999"/>
                </a:xfrm>
                <a:prstGeom prst="rect">
                  <a:avLst/>
                </a:prstGeom>
              </p:spPr>
            </p:pic>
          </p:grpSp>
          <p:grpSp>
            <p:nvGrpSpPr>
              <p:cNvPr id="44" name="グループ化 43">
                <a:extLst>
                  <a:ext uri="{FF2B5EF4-FFF2-40B4-BE49-F238E27FC236}">
                    <a16:creationId xmlns:a16="http://schemas.microsoft.com/office/drawing/2014/main" id="{C36DDE9E-CE62-A4AE-4544-2AEFFCE6D9FD}"/>
                  </a:ext>
                </a:extLst>
              </p:cNvPr>
              <p:cNvGrpSpPr/>
              <p:nvPr/>
            </p:nvGrpSpPr>
            <p:grpSpPr>
              <a:xfrm>
                <a:off x="10790379" y="4789618"/>
                <a:ext cx="833139" cy="833139"/>
                <a:chOff x="10799110" y="4679387"/>
                <a:chExt cx="833139" cy="833139"/>
              </a:xfrm>
            </p:grpSpPr>
            <p:sp>
              <p:nvSpPr>
                <p:cNvPr id="58" name="正方形/長方形 57">
                  <a:extLst>
                    <a:ext uri="{FF2B5EF4-FFF2-40B4-BE49-F238E27FC236}">
                      <a16:creationId xmlns:a16="http://schemas.microsoft.com/office/drawing/2014/main" id="{7D58C19F-E0BF-E69E-8C48-C706B9F3D5C7}"/>
                    </a:ext>
                  </a:extLst>
                </p:cNvPr>
                <p:cNvSpPr/>
                <p:nvPr/>
              </p:nvSpPr>
              <p:spPr>
                <a:xfrm rot="21181824">
                  <a:off x="10799110" y="4679387"/>
                  <a:ext cx="833139" cy="833139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63" name="図 62">
                  <a:extLst>
                    <a:ext uri="{FF2B5EF4-FFF2-40B4-BE49-F238E27FC236}">
                      <a16:creationId xmlns:a16="http://schemas.microsoft.com/office/drawing/2014/main" id="{70B7DE45-FC0D-FA8C-D848-0DB21AC290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21082600">
                  <a:off x="10855906" y="4826127"/>
                  <a:ext cx="719546" cy="539659"/>
                </a:xfrm>
                <a:prstGeom prst="rect">
                  <a:avLst/>
                </a:prstGeom>
              </p:spPr>
            </p:pic>
          </p:grpSp>
          <p:pic>
            <p:nvPicPr>
              <p:cNvPr id="56" name="図 55">
                <a:extLst>
                  <a:ext uri="{FF2B5EF4-FFF2-40B4-BE49-F238E27FC236}">
                    <a16:creationId xmlns:a16="http://schemas.microsoft.com/office/drawing/2014/main" id="{6EA10660-1A20-8556-9370-8BAD9C1915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63359" y="1230942"/>
                <a:ext cx="738481" cy="786333"/>
              </a:xfrm>
              <a:prstGeom prst="rect">
                <a:avLst/>
              </a:prstGeom>
              <a:scene3d>
                <a:camera prst="perspectiveLeft" fov="1200000">
                  <a:rot lat="0" lon="600000" rev="0"/>
                </a:camera>
                <a:lightRig rig="threePt" dir="t"/>
              </a:scene3d>
            </p:spPr>
          </p:pic>
        </p:grpSp>
      </p:grpSp>
    </p:spTree>
    <p:extLst>
      <p:ext uri="{BB962C8B-B14F-4D97-AF65-F5344CB8AC3E}">
        <p14:creationId xmlns:p14="http://schemas.microsoft.com/office/powerpoint/2010/main" val="78534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D9511B-06FC-D3B6-EDF9-C055138B8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E1B42A4-CE0C-6A77-E39D-F4851CC1DF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162B636-03C1-4CDB-B3DA-DEB50E64DEDF}"/>
              </a:ext>
            </a:extLst>
          </p:cNvPr>
          <p:cNvSpPr/>
          <p:nvPr/>
        </p:nvSpPr>
        <p:spPr>
          <a:xfrm>
            <a:off x="0" y="2460949"/>
            <a:ext cx="12192000" cy="1936102"/>
          </a:xfrm>
          <a:prstGeom prst="rect">
            <a:avLst/>
          </a:prstGeom>
          <a:solidFill>
            <a:srgbClr val="B47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9D035E1-1F11-1A66-CA85-3602E46FA640}"/>
              </a:ext>
            </a:extLst>
          </p:cNvPr>
          <p:cNvSpPr txBox="1"/>
          <p:nvPr/>
        </p:nvSpPr>
        <p:spPr>
          <a:xfrm rot="21338767">
            <a:off x="3898123" y="393620"/>
            <a:ext cx="439575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96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決着！</a:t>
            </a:r>
            <a:endParaRPr kumimoji="1" lang="ja-JP" altLang="en-US" sz="96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F7EB099-B60C-82CF-A93E-9ED123BB8F6A}"/>
              </a:ext>
            </a:extLst>
          </p:cNvPr>
          <p:cNvGrpSpPr/>
          <p:nvPr/>
        </p:nvGrpSpPr>
        <p:grpSpPr>
          <a:xfrm>
            <a:off x="2151658" y="2734239"/>
            <a:ext cx="3324557" cy="1483263"/>
            <a:chOff x="2151658" y="2734239"/>
            <a:chExt cx="3324557" cy="1483263"/>
          </a:xfrm>
        </p:grpSpPr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10453DE8-C358-4553-C896-5AC202DE0AB4}"/>
                </a:ext>
              </a:extLst>
            </p:cNvPr>
            <p:cNvGrpSpPr/>
            <p:nvPr/>
          </p:nvGrpSpPr>
          <p:grpSpPr>
            <a:xfrm rot="3812523">
              <a:off x="2115672" y="2974672"/>
              <a:ext cx="1109998" cy="1038026"/>
              <a:chOff x="4369225" y="1829062"/>
              <a:chExt cx="811086" cy="758496"/>
            </a:xfrm>
          </p:grpSpPr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DA54BDB2-B48C-CA22-5BA7-AAC179B43B08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0" name="図 39">
                <a:extLst>
                  <a:ext uri="{FF2B5EF4-FFF2-40B4-BE49-F238E27FC236}">
                    <a16:creationId xmlns:a16="http://schemas.microsoft.com/office/drawing/2014/main" id="{DB38495D-06A1-258E-C580-B3E852B499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81E4082B-5261-D992-A43F-2191FA385224}"/>
                </a:ext>
              </a:extLst>
            </p:cNvPr>
            <p:cNvGrpSpPr/>
            <p:nvPr/>
          </p:nvGrpSpPr>
          <p:grpSpPr>
            <a:xfrm rot="3812523">
              <a:off x="2947674" y="2845302"/>
              <a:ext cx="1109998" cy="1038026"/>
              <a:chOff x="4369225" y="1829062"/>
              <a:chExt cx="811086" cy="758496"/>
            </a:xfrm>
          </p:grpSpPr>
          <p:sp>
            <p:nvSpPr>
              <p:cNvPr id="37" name="正方形/長方形 36">
                <a:extLst>
                  <a:ext uri="{FF2B5EF4-FFF2-40B4-BE49-F238E27FC236}">
                    <a16:creationId xmlns:a16="http://schemas.microsoft.com/office/drawing/2014/main" id="{643D98BA-1C81-E4F7-245F-7021524A4A8F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8" name="図 37">
                <a:extLst>
                  <a:ext uri="{FF2B5EF4-FFF2-40B4-BE49-F238E27FC236}">
                    <a16:creationId xmlns:a16="http://schemas.microsoft.com/office/drawing/2014/main" id="{6F8F8036-75C2-1A1C-3E4E-8DBDEA3D9D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39D9AE62-6B73-024C-6E71-2C59AECC71A1}"/>
                </a:ext>
              </a:extLst>
            </p:cNvPr>
            <p:cNvGrpSpPr/>
            <p:nvPr/>
          </p:nvGrpSpPr>
          <p:grpSpPr>
            <a:xfrm>
              <a:off x="3735938" y="3064127"/>
              <a:ext cx="1740277" cy="1153375"/>
              <a:chOff x="3735938" y="3064127"/>
              <a:chExt cx="1740277" cy="1153375"/>
            </a:xfrm>
          </p:grpSpPr>
          <p:grpSp>
            <p:nvGrpSpPr>
              <p:cNvPr id="43" name="グループ化 42">
                <a:extLst>
                  <a:ext uri="{FF2B5EF4-FFF2-40B4-BE49-F238E27FC236}">
                    <a16:creationId xmlns:a16="http://schemas.microsoft.com/office/drawing/2014/main" id="{BD0B6F5E-7035-87FE-6CE3-ADAA72998F2F}"/>
                  </a:ext>
                </a:extLst>
              </p:cNvPr>
              <p:cNvGrpSpPr/>
              <p:nvPr/>
            </p:nvGrpSpPr>
            <p:grpSpPr>
              <a:xfrm rot="6843358">
                <a:off x="3702449" y="3218010"/>
                <a:ext cx="1032981" cy="966003"/>
                <a:chOff x="4369225" y="1829062"/>
                <a:chExt cx="811086" cy="758496"/>
              </a:xfrm>
            </p:grpSpPr>
            <p:sp>
              <p:nvSpPr>
                <p:cNvPr id="50" name="正方形/長方形 49">
                  <a:extLst>
                    <a:ext uri="{FF2B5EF4-FFF2-40B4-BE49-F238E27FC236}">
                      <a16:creationId xmlns:a16="http://schemas.microsoft.com/office/drawing/2014/main" id="{C540EF88-D4DB-5AE5-6ADB-EAACFDD16EF2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51" name="図 50">
                  <a:extLst>
                    <a:ext uri="{FF2B5EF4-FFF2-40B4-BE49-F238E27FC236}">
                      <a16:creationId xmlns:a16="http://schemas.microsoft.com/office/drawing/2014/main" id="{107B22BA-589A-3CC5-7207-D43FA0AB77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44" name="グループ化 43">
                <a:extLst>
                  <a:ext uri="{FF2B5EF4-FFF2-40B4-BE49-F238E27FC236}">
                    <a16:creationId xmlns:a16="http://schemas.microsoft.com/office/drawing/2014/main" id="{A945E1BE-4012-0CB3-B7CB-1D685B98A2E4}"/>
                  </a:ext>
                </a:extLst>
              </p:cNvPr>
              <p:cNvGrpSpPr/>
              <p:nvPr/>
            </p:nvGrpSpPr>
            <p:grpSpPr>
              <a:xfrm rot="6843358">
                <a:off x="4476723" y="3097616"/>
                <a:ext cx="1032981" cy="966003"/>
                <a:chOff x="4369225" y="1829062"/>
                <a:chExt cx="811086" cy="758496"/>
              </a:xfrm>
            </p:grpSpPr>
            <p:sp>
              <p:nvSpPr>
                <p:cNvPr id="48" name="正方形/長方形 47">
                  <a:extLst>
                    <a:ext uri="{FF2B5EF4-FFF2-40B4-BE49-F238E27FC236}">
                      <a16:creationId xmlns:a16="http://schemas.microsoft.com/office/drawing/2014/main" id="{A81A7123-6D16-E752-C228-4531F0EE22DD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49" name="図 48">
                  <a:extLst>
                    <a:ext uri="{FF2B5EF4-FFF2-40B4-BE49-F238E27FC236}">
                      <a16:creationId xmlns:a16="http://schemas.microsoft.com/office/drawing/2014/main" id="{F9C0C679-7470-64DB-DF70-2673D34F66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AF2A5419-703C-4660-4D85-0B0ABCB41530}"/>
                </a:ext>
              </a:extLst>
            </p:cNvPr>
            <p:cNvGrpSpPr/>
            <p:nvPr/>
          </p:nvGrpSpPr>
          <p:grpSpPr>
            <a:xfrm rot="6843358">
              <a:off x="3851039" y="2755835"/>
              <a:ext cx="666127" cy="622936"/>
              <a:chOff x="4369225" y="1829062"/>
              <a:chExt cx="811086" cy="758496"/>
            </a:xfrm>
          </p:grpSpPr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21921054-C77C-E52D-D6C8-8ED45C2E7A23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9" name="図 58">
                <a:extLst>
                  <a:ext uri="{FF2B5EF4-FFF2-40B4-BE49-F238E27FC236}">
                    <a16:creationId xmlns:a16="http://schemas.microsoft.com/office/drawing/2014/main" id="{EB0FF7A5-CC67-A4DD-36D0-3D4444F0EF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E7C38AE-AAF1-BA0B-83E3-7B2483C25F6D}"/>
              </a:ext>
            </a:extLst>
          </p:cNvPr>
          <p:cNvGrpSpPr/>
          <p:nvPr/>
        </p:nvGrpSpPr>
        <p:grpSpPr>
          <a:xfrm>
            <a:off x="229143" y="2695199"/>
            <a:ext cx="2075835" cy="1528443"/>
            <a:chOff x="229143" y="2695199"/>
            <a:chExt cx="2075835" cy="1528443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C4C75846-FF39-45AC-1B31-A05AF3528F67}"/>
                </a:ext>
              </a:extLst>
            </p:cNvPr>
            <p:cNvGrpSpPr/>
            <p:nvPr/>
          </p:nvGrpSpPr>
          <p:grpSpPr>
            <a:xfrm>
              <a:off x="229143" y="2695199"/>
              <a:ext cx="2075835" cy="1500569"/>
              <a:chOff x="3031445" y="4961361"/>
              <a:chExt cx="2075835" cy="1500569"/>
            </a:xfrm>
          </p:grpSpPr>
          <p:grpSp>
            <p:nvGrpSpPr>
              <p:cNvPr id="10" name="グループ化 9">
                <a:extLst>
                  <a:ext uri="{FF2B5EF4-FFF2-40B4-BE49-F238E27FC236}">
                    <a16:creationId xmlns:a16="http://schemas.microsoft.com/office/drawing/2014/main" id="{A3CDA0D6-8BB6-C224-AAB3-E0B85D207F0C}"/>
                  </a:ext>
                </a:extLst>
              </p:cNvPr>
              <p:cNvGrpSpPr/>
              <p:nvPr/>
            </p:nvGrpSpPr>
            <p:grpSpPr>
              <a:xfrm rot="6843358">
                <a:off x="2997956" y="5115244"/>
                <a:ext cx="1032981" cy="966003"/>
                <a:chOff x="4369225" y="1829062"/>
                <a:chExt cx="811086" cy="758496"/>
              </a:xfrm>
            </p:grpSpPr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8D9814CA-18AD-5236-C0C6-8FE45D06AB7D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30" name="図 29">
                  <a:extLst>
                    <a:ext uri="{FF2B5EF4-FFF2-40B4-BE49-F238E27FC236}">
                      <a16:creationId xmlns:a16="http://schemas.microsoft.com/office/drawing/2014/main" id="{5BEEAB6A-8802-0BE6-2A70-34B62305F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7A0F9E02-B100-307C-FFD3-8DB4FE400ED3}"/>
                  </a:ext>
                </a:extLst>
              </p:cNvPr>
              <p:cNvGrpSpPr/>
              <p:nvPr/>
            </p:nvGrpSpPr>
            <p:grpSpPr>
              <a:xfrm rot="6843358">
                <a:off x="3772230" y="4994850"/>
                <a:ext cx="1032981" cy="966003"/>
                <a:chOff x="4369225" y="1829062"/>
                <a:chExt cx="811086" cy="758496"/>
              </a:xfrm>
            </p:grpSpPr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B322DD2A-2955-D6CE-F112-1AB18465BD2C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8" name="図 27">
                  <a:extLst>
                    <a:ext uri="{FF2B5EF4-FFF2-40B4-BE49-F238E27FC236}">
                      <a16:creationId xmlns:a16="http://schemas.microsoft.com/office/drawing/2014/main" id="{4FF9DE52-0618-F7B1-7906-3C53C3D12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2C46BD19-136E-A621-F346-FBA52F7C1CB1}"/>
                  </a:ext>
                </a:extLst>
              </p:cNvPr>
              <p:cNvGrpSpPr/>
              <p:nvPr/>
            </p:nvGrpSpPr>
            <p:grpSpPr>
              <a:xfrm rot="6843358">
                <a:off x="4107788" y="5462438"/>
                <a:ext cx="1032981" cy="966003"/>
                <a:chOff x="4369225" y="1829062"/>
                <a:chExt cx="811086" cy="758496"/>
              </a:xfrm>
            </p:grpSpPr>
            <p:sp>
              <p:nvSpPr>
                <p:cNvPr id="14" name="正方形/長方形 13">
                  <a:extLst>
                    <a:ext uri="{FF2B5EF4-FFF2-40B4-BE49-F238E27FC236}">
                      <a16:creationId xmlns:a16="http://schemas.microsoft.com/office/drawing/2014/main" id="{2D4C29CE-BE31-E391-0EA2-ACE0C1465554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15" name="図 14">
                  <a:extLst>
                    <a:ext uri="{FF2B5EF4-FFF2-40B4-BE49-F238E27FC236}">
                      <a16:creationId xmlns:a16="http://schemas.microsoft.com/office/drawing/2014/main" id="{45A4CD53-6036-D49C-1460-49D774D9A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6" name="グループ化 65">
              <a:extLst>
                <a:ext uri="{FF2B5EF4-FFF2-40B4-BE49-F238E27FC236}">
                  <a16:creationId xmlns:a16="http://schemas.microsoft.com/office/drawing/2014/main" id="{F76EEE67-6757-8C68-28AB-EE291FC936E8}"/>
                </a:ext>
              </a:extLst>
            </p:cNvPr>
            <p:cNvGrpSpPr/>
            <p:nvPr/>
          </p:nvGrpSpPr>
          <p:grpSpPr>
            <a:xfrm rot="3812523">
              <a:off x="765750" y="3643107"/>
              <a:ext cx="599987" cy="561084"/>
              <a:chOff x="4369225" y="1829062"/>
              <a:chExt cx="811086" cy="758496"/>
            </a:xfrm>
          </p:grpSpPr>
          <p:sp>
            <p:nvSpPr>
              <p:cNvPr id="67" name="正方形/長方形 66">
                <a:extLst>
                  <a:ext uri="{FF2B5EF4-FFF2-40B4-BE49-F238E27FC236}">
                    <a16:creationId xmlns:a16="http://schemas.microsoft.com/office/drawing/2014/main" id="{8C378D1B-A649-6D3C-488A-D77CF0FB549A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8" name="図 67">
                <a:extLst>
                  <a:ext uri="{FF2B5EF4-FFF2-40B4-BE49-F238E27FC236}">
                    <a16:creationId xmlns:a16="http://schemas.microsoft.com/office/drawing/2014/main" id="{5DA8AF8B-92BF-6D1F-CC48-429E3D599B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E26077D8-F8F3-DAB9-AD86-6FF27AB4336B}"/>
              </a:ext>
            </a:extLst>
          </p:cNvPr>
          <p:cNvGrpSpPr/>
          <p:nvPr/>
        </p:nvGrpSpPr>
        <p:grpSpPr>
          <a:xfrm>
            <a:off x="8150559" y="3036205"/>
            <a:ext cx="1740277" cy="1153375"/>
            <a:chOff x="3735938" y="3064127"/>
            <a:chExt cx="1740277" cy="1153375"/>
          </a:xfrm>
        </p:grpSpPr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9417A9BA-EA2B-F69A-63A0-09987068DE2E}"/>
                </a:ext>
              </a:extLst>
            </p:cNvPr>
            <p:cNvGrpSpPr/>
            <p:nvPr/>
          </p:nvGrpSpPr>
          <p:grpSpPr>
            <a:xfrm rot="6843358">
              <a:off x="3702449" y="3218010"/>
              <a:ext cx="1032981" cy="966003"/>
              <a:chOff x="4369225" y="1829062"/>
              <a:chExt cx="811086" cy="758496"/>
            </a:xfrm>
          </p:grpSpPr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F5C05994-EE7F-199B-ACFD-CEBF668C976F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2" name="図 81">
                <a:extLst>
                  <a:ext uri="{FF2B5EF4-FFF2-40B4-BE49-F238E27FC236}">
                    <a16:creationId xmlns:a16="http://schemas.microsoft.com/office/drawing/2014/main" id="{FDDBDC87-0285-782B-4D57-D743C0A41D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066168CD-04B3-A98E-5202-9A23E9CA3971}"/>
                </a:ext>
              </a:extLst>
            </p:cNvPr>
            <p:cNvGrpSpPr/>
            <p:nvPr/>
          </p:nvGrpSpPr>
          <p:grpSpPr>
            <a:xfrm rot="6843358">
              <a:off x="4476723" y="3097616"/>
              <a:ext cx="1032981" cy="966003"/>
              <a:chOff x="4369225" y="1829062"/>
              <a:chExt cx="811086" cy="758496"/>
            </a:xfrm>
          </p:grpSpPr>
          <p:sp>
            <p:nvSpPr>
              <p:cNvPr id="79" name="正方形/長方形 78">
                <a:extLst>
                  <a:ext uri="{FF2B5EF4-FFF2-40B4-BE49-F238E27FC236}">
                    <a16:creationId xmlns:a16="http://schemas.microsoft.com/office/drawing/2014/main" id="{8A7AC1F6-5D52-B357-2464-01829938C7A0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0" name="図 79">
                <a:extLst>
                  <a:ext uri="{FF2B5EF4-FFF2-40B4-BE49-F238E27FC236}">
                    <a16:creationId xmlns:a16="http://schemas.microsoft.com/office/drawing/2014/main" id="{2111EA32-301D-3061-48A0-988EF1596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CB4FEBD-E5C7-7F6E-D17F-2B9F3CB5D482}"/>
              </a:ext>
            </a:extLst>
          </p:cNvPr>
          <p:cNvGrpSpPr/>
          <p:nvPr/>
        </p:nvGrpSpPr>
        <p:grpSpPr>
          <a:xfrm>
            <a:off x="5377623" y="2706317"/>
            <a:ext cx="3532569" cy="1517326"/>
            <a:chOff x="5377623" y="2706317"/>
            <a:chExt cx="3532569" cy="1517326"/>
          </a:xfrm>
        </p:grpSpPr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FAC8E984-2282-7492-DC0C-93925E7D2B5B}"/>
                </a:ext>
              </a:extLst>
            </p:cNvPr>
            <p:cNvGrpSpPr/>
            <p:nvPr/>
          </p:nvGrpSpPr>
          <p:grpSpPr>
            <a:xfrm rot="3812523">
              <a:off x="5341637" y="2812301"/>
              <a:ext cx="1109998" cy="1038026"/>
              <a:chOff x="4369225" y="1829062"/>
              <a:chExt cx="811086" cy="758496"/>
            </a:xfrm>
          </p:grpSpPr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AEC5BE6E-BFC4-4E3C-1CF2-5F96AE776200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2" name="図 61">
                <a:extLst>
                  <a:ext uri="{FF2B5EF4-FFF2-40B4-BE49-F238E27FC236}">
                    <a16:creationId xmlns:a16="http://schemas.microsoft.com/office/drawing/2014/main" id="{3E525023-74B7-BC15-7557-31B79A0319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B3B7B589-1702-EA17-888F-4FB0C8582192}"/>
                </a:ext>
              </a:extLst>
            </p:cNvPr>
            <p:cNvGrpSpPr/>
            <p:nvPr/>
          </p:nvGrpSpPr>
          <p:grpSpPr>
            <a:xfrm rot="3812523">
              <a:off x="5843338" y="3643108"/>
              <a:ext cx="599987" cy="561084"/>
              <a:chOff x="4369225" y="1829062"/>
              <a:chExt cx="811086" cy="758496"/>
            </a:xfrm>
          </p:grpSpPr>
          <p:sp>
            <p:nvSpPr>
              <p:cNvPr id="64" name="正方形/長方形 63">
                <a:extLst>
                  <a:ext uri="{FF2B5EF4-FFF2-40B4-BE49-F238E27FC236}">
                    <a16:creationId xmlns:a16="http://schemas.microsoft.com/office/drawing/2014/main" id="{2583BE27-5DD5-CDA0-A4B9-4B5E24FD52CD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5" name="図 64">
                <a:extLst>
                  <a:ext uri="{FF2B5EF4-FFF2-40B4-BE49-F238E27FC236}">
                    <a16:creationId xmlns:a16="http://schemas.microsoft.com/office/drawing/2014/main" id="{E3814EDC-25AB-99AC-E078-3ADD5FDEA6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DD55842F-B7EB-D5D3-8ADC-2463633A2A9C}"/>
                </a:ext>
              </a:extLst>
            </p:cNvPr>
            <p:cNvGrpSpPr/>
            <p:nvPr/>
          </p:nvGrpSpPr>
          <p:grpSpPr>
            <a:xfrm rot="6843358">
              <a:off x="6474106" y="2951089"/>
              <a:ext cx="1032981" cy="966003"/>
              <a:chOff x="4369225" y="1829062"/>
              <a:chExt cx="811086" cy="758496"/>
            </a:xfrm>
          </p:grpSpPr>
          <p:sp>
            <p:nvSpPr>
              <p:cNvPr id="74" name="正方形/長方形 73">
                <a:extLst>
                  <a:ext uri="{FF2B5EF4-FFF2-40B4-BE49-F238E27FC236}">
                    <a16:creationId xmlns:a16="http://schemas.microsoft.com/office/drawing/2014/main" id="{D55B6B2E-5610-6220-BA5C-4CA4D4C74217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5" name="図 74">
                <a:extLst>
                  <a:ext uri="{FF2B5EF4-FFF2-40B4-BE49-F238E27FC236}">
                    <a16:creationId xmlns:a16="http://schemas.microsoft.com/office/drawing/2014/main" id="{3055C2EF-A07F-A794-A027-3B0A8F998B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1" name="グループ化 70">
              <a:extLst>
                <a:ext uri="{FF2B5EF4-FFF2-40B4-BE49-F238E27FC236}">
                  <a16:creationId xmlns:a16="http://schemas.microsoft.com/office/drawing/2014/main" id="{CA26C480-F1EC-F54E-473A-6C6BBA94E1B4}"/>
                </a:ext>
              </a:extLst>
            </p:cNvPr>
            <p:cNvGrpSpPr/>
            <p:nvPr/>
          </p:nvGrpSpPr>
          <p:grpSpPr>
            <a:xfrm rot="6843358">
              <a:off x="7317885" y="2808480"/>
              <a:ext cx="849462" cy="794383"/>
              <a:chOff x="4369225" y="1829062"/>
              <a:chExt cx="811086" cy="758496"/>
            </a:xfrm>
          </p:grpSpPr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E235D5BB-A99D-B41B-4C05-F3CDB98E9B0F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3" name="図 72">
                <a:extLst>
                  <a:ext uri="{FF2B5EF4-FFF2-40B4-BE49-F238E27FC236}">
                    <a16:creationId xmlns:a16="http://schemas.microsoft.com/office/drawing/2014/main" id="{D9CE5C12-19A9-4053-8E45-30169FDD76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83" name="グループ化 82">
              <a:extLst>
                <a:ext uri="{FF2B5EF4-FFF2-40B4-BE49-F238E27FC236}">
                  <a16:creationId xmlns:a16="http://schemas.microsoft.com/office/drawing/2014/main" id="{B203F993-FDC3-C27D-6BBD-ED99EB8F4243}"/>
                </a:ext>
              </a:extLst>
            </p:cNvPr>
            <p:cNvGrpSpPr/>
            <p:nvPr/>
          </p:nvGrpSpPr>
          <p:grpSpPr>
            <a:xfrm rot="6843358">
              <a:off x="8265660" y="2727913"/>
              <a:ext cx="666127" cy="622936"/>
              <a:chOff x="4369225" y="1829062"/>
              <a:chExt cx="811086" cy="758496"/>
            </a:xfrm>
          </p:grpSpPr>
          <p:sp>
            <p:nvSpPr>
              <p:cNvPr id="84" name="正方形/長方形 83">
                <a:extLst>
                  <a:ext uri="{FF2B5EF4-FFF2-40B4-BE49-F238E27FC236}">
                    <a16:creationId xmlns:a16="http://schemas.microsoft.com/office/drawing/2014/main" id="{643EB65F-D8E4-995B-3512-9094D9005420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5" name="図 84">
                <a:extLst>
                  <a:ext uri="{FF2B5EF4-FFF2-40B4-BE49-F238E27FC236}">
                    <a16:creationId xmlns:a16="http://schemas.microsoft.com/office/drawing/2014/main" id="{52D2A3E5-5A20-12FE-1F61-50A4ECE40B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747D86E4-2D47-035E-C042-C8F0BB114E70}"/>
                </a:ext>
              </a:extLst>
            </p:cNvPr>
            <p:cNvGrpSpPr/>
            <p:nvPr/>
          </p:nvGrpSpPr>
          <p:grpSpPr>
            <a:xfrm rot="14756642" flipV="1">
              <a:off x="7295862" y="3422381"/>
              <a:ext cx="666127" cy="622936"/>
              <a:chOff x="4369225" y="1829062"/>
              <a:chExt cx="811086" cy="758496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FBCBBE31-EBF6-AE68-54F7-95AD769871DD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8" name="図 87">
                <a:extLst>
                  <a:ext uri="{FF2B5EF4-FFF2-40B4-BE49-F238E27FC236}">
                    <a16:creationId xmlns:a16="http://schemas.microsoft.com/office/drawing/2014/main" id="{FF121652-FD96-7B46-88CC-52D4463EEC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64D59EA-5632-8739-4F84-26579C63F6A5}"/>
              </a:ext>
            </a:extLst>
          </p:cNvPr>
          <p:cNvGrpSpPr/>
          <p:nvPr/>
        </p:nvGrpSpPr>
        <p:grpSpPr>
          <a:xfrm>
            <a:off x="9897580" y="2298490"/>
            <a:ext cx="2279210" cy="2139183"/>
            <a:chOff x="9897580" y="2298490"/>
            <a:chExt cx="2279210" cy="2139183"/>
          </a:xfrm>
        </p:grpSpPr>
        <p:grpSp>
          <p:nvGrpSpPr>
            <p:cNvPr id="89" name="グループ化 88">
              <a:extLst>
                <a:ext uri="{FF2B5EF4-FFF2-40B4-BE49-F238E27FC236}">
                  <a16:creationId xmlns:a16="http://schemas.microsoft.com/office/drawing/2014/main" id="{30715A04-40B6-25A9-936A-74C7E00359CF}"/>
                </a:ext>
              </a:extLst>
            </p:cNvPr>
            <p:cNvGrpSpPr/>
            <p:nvPr/>
          </p:nvGrpSpPr>
          <p:grpSpPr>
            <a:xfrm>
              <a:off x="9897580" y="2298490"/>
              <a:ext cx="1928100" cy="2139183"/>
              <a:chOff x="9897580" y="2298490"/>
              <a:chExt cx="1928100" cy="2139183"/>
            </a:xfrm>
          </p:grpSpPr>
          <p:pic>
            <p:nvPicPr>
              <p:cNvPr id="90" name="図 89">
                <a:extLst>
                  <a:ext uri="{FF2B5EF4-FFF2-40B4-BE49-F238E27FC236}">
                    <a16:creationId xmlns:a16="http://schemas.microsoft.com/office/drawing/2014/main" id="{69C68B5A-0940-4B3D-233B-95C723BAD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430209">
                <a:off x="9987317" y="2298490"/>
                <a:ext cx="1838363" cy="1838363"/>
              </a:xfrm>
              <a:prstGeom prst="rect">
                <a:avLst/>
              </a:prstGeom>
            </p:spPr>
          </p:pic>
          <p:pic>
            <p:nvPicPr>
              <p:cNvPr id="92" name="図 91">
                <a:extLst>
                  <a:ext uri="{FF2B5EF4-FFF2-40B4-BE49-F238E27FC236}">
                    <a16:creationId xmlns:a16="http://schemas.microsoft.com/office/drawing/2014/main" id="{20253AD4-CD2C-04C5-EA5E-F57A3C1525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5162790">
                <a:off x="9897580" y="3512944"/>
                <a:ext cx="924729" cy="924729"/>
              </a:xfrm>
              <a:prstGeom prst="rect">
                <a:avLst/>
              </a:prstGeom>
            </p:spPr>
          </p:pic>
        </p:grpSp>
        <p:pic>
          <p:nvPicPr>
            <p:cNvPr id="93" name="図 92">
              <a:extLst>
                <a:ext uri="{FF2B5EF4-FFF2-40B4-BE49-F238E27FC236}">
                  <a16:creationId xmlns:a16="http://schemas.microsoft.com/office/drawing/2014/main" id="{6D280030-3E96-D554-0E47-17F33ADC3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62790">
              <a:off x="11252061" y="2458248"/>
              <a:ext cx="924729" cy="9247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0924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8A9BC-0778-C91E-8019-7EEB6E1B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939ABD6-65F6-0788-1340-963191F117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376D24-089B-C599-50E1-938D0FB213F3}"/>
              </a:ext>
            </a:extLst>
          </p:cNvPr>
          <p:cNvSpPr/>
          <p:nvPr/>
        </p:nvSpPr>
        <p:spPr>
          <a:xfrm>
            <a:off x="0" y="2460949"/>
            <a:ext cx="12192000" cy="1936102"/>
          </a:xfrm>
          <a:prstGeom prst="rect">
            <a:avLst/>
          </a:prstGeom>
          <a:solidFill>
            <a:srgbClr val="B47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2EDCD09-ED75-961B-0ED5-958B54E2D3C3}"/>
              </a:ext>
            </a:extLst>
          </p:cNvPr>
          <p:cNvGrpSpPr/>
          <p:nvPr/>
        </p:nvGrpSpPr>
        <p:grpSpPr>
          <a:xfrm>
            <a:off x="229143" y="2695199"/>
            <a:ext cx="2075835" cy="1500569"/>
            <a:chOff x="3031445" y="4961361"/>
            <a:chExt cx="2075835" cy="1500569"/>
          </a:xfrm>
        </p:grpSpPr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8B48FF6F-D6D1-63D7-598B-9ECC6D6EA6CC}"/>
                </a:ext>
              </a:extLst>
            </p:cNvPr>
            <p:cNvGrpSpPr/>
            <p:nvPr/>
          </p:nvGrpSpPr>
          <p:grpSpPr>
            <a:xfrm rot="6843358">
              <a:off x="2997956" y="5115244"/>
              <a:ext cx="1032981" cy="966003"/>
              <a:chOff x="4369225" y="1829062"/>
              <a:chExt cx="811086" cy="758496"/>
            </a:xfrm>
          </p:grpSpPr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06E54F12-49BD-8D66-DCD6-949A2050B59D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EB9B2FE3-0013-8682-6136-7962FD8F8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CBAF9867-03E6-337A-57C7-088835828163}"/>
                </a:ext>
              </a:extLst>
            </p:cNvPr>
            <p:cNvGrpSpPr/>
            <p:nvPr/>
          </p:nvGrpSpPr>
          <p:grpSpPr>
            <a:xfrm rot="6843358">
              <a:off x="3772230" y="4994850"/>
              <a:ext cx="1032981" cy="966003"/>
              <a:chOff x="4369225" y="1829062"/>
              <a:chExt cx="811086" cy="758496"/>
            </a:xfrm>
          </p:grpSpPr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A260F210-0715-8FE1-7E08-4244B5C1D74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28" name="図 27">
                <a:extLst>
                  <a:ext uri="{FF2B5EF4-FFF2-40B4-BE49-F238E27FC236}">
                    <a16:creationId xmlns:a16="http://schemas.microsoft.com/office/drawing/2014/main" id="{07FBAB74-AE05-ED70-1DBC-4539ED98E3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1C8114CE-1B40-6265-E451-FACF28069BC6}"/>
                </a:ext>
              </a:extLst>
            </p:cNvPr>
            <p:cNvGrpSpPr/>
            <p:nvPr/>
          </p:nvGrpSpPr>
          <p:grpSpPr>
            <a:xfrm rot="6843358">
              <a:off x="4107788" y="5462438"/>
              <a:ext cx="1032981" cy="966003"/>
              <a:chOff x="4369225" y="1829062"/>
              <a:chExt cx="811086" cy="758496"/>
            </a:xfrm>
          </p:grpSpPr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672A4B66-B742-A201-8C1D-78C8406FF3B7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AC2AA544-3F5D-BD7A-9F8C-173D596A8B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E80C9192-4059-7463-A700-02B2D6014A92}"/>
              </a:ext>
            </a:extLst>
          </p:cNvPr>
          <p:cNvGrpSpPr/>
          <p:nvPr/>
        </p:nvGrpSpPr>
        <p:grpSpPr>
          <a:xfrm rot="3812523">
            <a:off x="2115672" y="2974672"/>
            <a:ext cx="1109998" cy="1038026"/>
            <a:chOff x="4369225" y="1829062"/>
            <a:chExt cx="811086" cy="758496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5D2B41A8-6CC0-1180-265A-CF7EF22FFCC8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4F14C2B2-9AC9-CEB2-ABAE-4011FB114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CC519DA8-2F79-609B-0E5B-533C5A327B17}"/>
              </a:ext>
            </a:extLst>
          </p:cNvPr>
          <p:cNvGrpSpPr/>
          <p:nvPr/>
        </p:nvGrpSpPr>
        <p:grpSpPr>
          <a:xfrm rot="3812523">
            <a:off x="2947674" y="2845302"/>
            <a:ext cx="1109998" cy="1038026"/>
            <a:chOff x="4369225" y="1829062"/>
            <a:chExt cx="811086" cy="758496"/>
          </a:xfrm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14F71E96-4C70-8C7C-34DD-8FDD66FBF7D7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EAD110D5-FB9F-6457-27F4-EFBBC3B00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6AC52330-6FB3-F4DE-27D7-65756C478D5B}"/>
              </a:ext>
            </a:extLst>
          </p:cNvPr>
          <p:cNvGrpSpPr/>
          <p:nvPr/>
        </p:nvGrpSpPr>
        <p:grpSpPr>
          <a:xfrm>
            <a:off x="3735938" y="3064127"/>
            <a:ext cx="1740277" cy="1153375"/>
            <a:chOff x="3735938" y="3064127"/>
            <a:chExt cx="1740277" cy="1153375"/>
          </a:xfrm>
        </p:grpSpPr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8A548DC8-3A40-F5C3-EDDE-CAC9F5C20BA3}"/>
                </a:ext>
              </a:extLst>
            </p:cNvPr>
            <p:cNvGrpSpPr/>
            <p:nvPr/>
          </p:nvGrpSpPr>
          <p:grpSpPr>
            <a:xfrm rot="6843358">
              <a:off x="3702449" y="3218010"/>
              <a:ext cx="1032981" cy="966003"/>
              <a:chOff x="4369225" y="1829062"/>
              <a:chExt cx="811086" cy="758496"/>
            </a:xfrm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1998A701-6ABB-CAAF-B2BC-A003AD3D0C81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7646C2A2-8000-BC7F-47AD-D09986D3A7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CC5E35B8-161A-BDED-E993-4FCA764AF6E3}"/>
                </a:ext>
              </a:extLst>
            </p:cNvPr>
            <p:cNvGrpSpPr/>
            <p:nvPr/>
          </p:nvGrpSpPr>
          <p:grpSpPr>
            <a:xfrm rot="6843358">
              <a:off x="4476723" y="3097616"/>
              <a:ext cx="1032981" cy="966003"/>
              <a:chOff x="4369225" y="1829062"/>
              <a:chExt cx="811086" cy="758496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6A4F9F66-A17F-E1D5-E68D-4CEA95946FCD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9" name="図 48">
                <a:extLst>
                  <a:ext uri="{FF2B5EF4-FFF2-40B4-BE49-F238E27FC236}">
                    <a16:creationId xmlns:a16="http://schemas.microsoft.com/office/drawing/2014/main" id="{FD90F573-DFBB-2937-F62B-D09EF8AC8F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C05FF676-9E4F-DF54-9625-D3C96400FFC6}"/>
              </a:ext>
            </a:extLst>
          </p:cNvPr>
          <p:cNvGrpSpPr/>
          <p:nvPr/>
        </p:nvGrpSpPr>
        <p:grpSpPr>
          <a:xfrm rot="6843358">
            <a:off x="3851039" y="2755835"/>
            <a:ext cx="666127" cy="622936"/>
            <a:chOff x="4369225" y="1829062"/>
            <a:chExt cx="811086" cy="758496"/>
          </a:xfrm>
        </p:grpSpPr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70377EE2-3579-F36E-0EFB-52AFEF18BDA2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9" name="図 58">
              <a:extLst>
                <a:ext uri="{FF2B5EF4-FFF2-40B4-BE49-F238E27FC236}">
                  <a16:creationId xmlns:a16="http://schemas.microsoft.com/office/drawing/2014/main" id="{34A8165D-FCB3-4CF7-8694-7C0DDAFA5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8E127339-09D5-0FCD-7E73-AA93BD5A0825}"/>
              </a:ext>
            </a:extLst>
          </p:cNvPr>
          <p:cNvGrpSpPr/>
          <p:nvPr/>
        </p:nvGrpSpPr>
        <p:grpSpPr>
          <a:xfrm rot="3812523">
            <a:off x="5341637" y="2812301"/>
            <a:ext cx="1109998" cy="1038026"/>
            <a:chOff x="4369225" y="1829062"/>
            <a:chExt cx="811086" cy="758496"/>
          </a:xfrm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69B8D8B9-61E5-DCA3-71F8-D770353E8E22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2" name="図 61">
              <a:extLst>
                <a:ext uri="{FF2B5EF4-FFF2-40B4-BE49-F238E27FC236}">
                  <a16:creationId xmlns:a16="http://schemas.microsoft.com/office/drawing/2014/main" id="{7A6D9E64-33BE-7172-C8E7-59F0AFBA4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23DEA656-EE2F-B090-C64A-2E24BD07EBEA}"/>
              </a:ext>
            </a:extLst>
          </p:cNvPr>
          <p:cNvGrpSpPr/>
          <p:nvPr/>
        </p:nvGrpSpPr>
        <p:grpSpPr>
          <a:xfrm rot="3812523">
            <a:off x="5843338" y="3643108"/>
            <a:ext cx="599987" cy="561084"/>
            <a:chOff x="4369225" y="1829062"/>
            <a:chExt cx="811086" cy="758496"/>
          </a:xfrm>
        </p:grpSpPr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5D53AF84-0919-1F26-D031-479877A12C50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5" name="図 64">
              <a:extLst>
                <a:ext uri="{FF2B5EF4-FFF2-40B4-BE49-F238E27FC236}">
                  <a16:creationId xmlns:a16="http://schemas.microsoft.com/office/drawing/2014/main" id="{1DA23383-D3EF-1729-77D1-A9DB30071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EFB03BD6-02DC-0B9D-BDC0-8C3CC7F17439}"/>
              </a:ext>
            </a:extLst>
          </p:cNvPr>
          <p:cNvGrpSpPr/>
          <p:nvPr/>
        </p:nvGrpSpPr>
        <p:grpSpPr>
          <a:xfrm rot="3812523">
            <a:off x="765750" y="3643107"/>
            <a:ext cx="599987" cy="561084"/>
            <a:chOff x="4369225" y="1829062"/>
            <a:chExt cx="811086" cy="758496"/>
          </a:xfrm>
        </p:grpSpPr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428130A5-5D97-BF9A-D243-D8C26A24CE31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8" name="図 67">
              <a:extLst>
                <a:ext uri="{FF2B5EF4-FFF2-40B4-BE49-F238E27FC236}">
                  <a16:creationId xmlns:a16="http://schemas.microsoft.com/office/drawing/2014/main" id="{6F240298-B047-33DA-C59A-767791E9D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5027791A-0F02-445B-E137-A08F20C6BF04}"/>
              </a:ext>
            </a:extLst>
          </p:cNvPr>
          <p:cNvGrpSpPr/>
          <p:nvPr/>
        </p:nvGrpSpPr>
        <p:grpSpPr>
          <a:xfrm rot="6843358">
            <a:off x="6474106" y="2951089"/>
            <a:ext cx="1032981" cy="966003"/>
            <a:chOff x="4369225" y="1829062"/>
            <a:chExt cx="811086" cy="758496"/>
          </a:xfrm>
        </p:grpSpPr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B945629F-8098-8971-5354-94A385061082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5" name="図 74">
              <a:extLst>
                <a:ext uri="{FF2B5EF4-FFF2-40B4-BE49-F238E27FC236}">
                  <a16:creationId xmlns:a16="http://schemas.microsoft.com/office/drawing/2014/main" id="{A49131C4-3A4F-B887-AC05-21DF34C0C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3611B841-471C-713C-47B0-D3D96453795C}"/>
              </a:ext>
            </a:extLst>
          </p:cNvPr>
          <p:cNvGrpSpPr/>
          <p:nvPr/>
        </p:nvGrpSpPr>
        <p:grpSpPr>
          <a:xfrm rot="6843358">
            <a:off x="7317885" y="2808480"/>
            <a:ext cx="849462" cy="794383"/>
            <a:chOff x="4369225" y="1829062"/>
            <a:chExt cx="811086" cy="758496"/>
          </a:xfrm>
        </p:grpSpPr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0A1080D2-C20F-9A51-09C5-B8E989430F68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31824D59-7529-562F-5FE3-39742A5D4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7812B587-29E1-1B28-B608-5F67AFDDF585}"/>
              </a:ext>
            </a:extLst>
          </p:cNvPr>
          <p:cNvGrpSpPr/>
          <p:nvPr/>
        </p:nvGrpSpPr>
        <p:grpSpPr>
          <a:xfrm>
            <a:off x="8150559" y="3036205"/>
            <a:ext cx="1740277" cy="1153375"/>
            <a:chOff x="3735938" y="3064127"/>
            <a:chExt cx="1740277" cy="1153375"/>
          </a:xfrm>
        </p:grpSpPr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E577888D-ACF1-B853-E919-D8FB71166571}"/>
                </a:ext>
              </a:extLst>
            </p:cNvPr>
            <p:cNvGrpSpPr/>
            <p:nvPr/>
          </p:nvGrpSpPr>
          <p:grpSpPr>
            <a:xfrm rot="6843358">
              <a:off x="3702449" y="3218010"/>
              <a:ext cx="1032981" cy="966003"/>
              <a:chOff x="4369225" y="1829062"/>
              <a:chExt cx="811086" cy="758496"/>
            </a:xfrm>
          </p:grpSpPr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DF7E2F86-985B-D5C5-1918-2738EF86C96D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2" name="図 81">
                <a:extLst>
                  <a:ext uri="{FF2B5EF4-FFF2-40B4-BE49-F238E27FC236}">
                    <a16:creationId xmlns:a16="http://schemas.microsoft.com/office/drawing/2014/main" id="{9E38C86D-18B9-1932-B6E0-24C7B4ABFF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8FCA475B-E8F9-BF5C-FEF3-A3E437F765DE}"/>
                </a:ext>
              </a:extLst>
            </p:cNvPr>
            <p:cNvGrpSpPr/>
            <p:nvPr/>
          </p:nvGrpSpPr>
          <p:grpSpPr>
            <a:xfrm rot="6843358">
              <a:off x="4476723" y="3097616"/>
              <a:ext cx="1032981" cy="966003"/>
              <a:chOff x="4369225" y="1829062"/>
              <a:chExt cx="811086" cy="758496"/>
            </a:xfrm>
          </p:grpSpPr>
          <p:sp>
            <p:nvSpPr>
              <p:cNvPr id="79" name="正方形/長方形 78">
                <a:extLst>
                  <a:ext uri="{FF2B5EF4-FFF2-40B4-BE49-F238E27FC236}">
                    <a16:creationId xmlns:a16="http://schemas.microsoft.com/office/drawing/2014/main" id="{523E07BB-1E82-5F70-C609-5DD3A0DEACE6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0" name="図 79">
                <a:extLst>
                  <a:ext uri="{FF2B5EF4-FFF2-40B4-BE49-F238E27FC236}">
                    <a16:creationId xmlns:a16="http://schemas.microsoft.com/office/drawing/2014/main" id="{9FDA7764-B6E5-9EFA-3CF6-8620915C91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09169858-5E03-EFCB-AC4E-91C7DE7C507F}"/>
              </a:ext>
            </a:extLst>
          </p:cNvPr>
          <p:cNvGrpSpPr/>
          <p:nvPr/>
        </p:nvGrpSpPr>
        <p:grpSpPr>
          <a:xfrm rot="6843358">
            <a:off x="8265660" y="2727913"/>
            <a:ext cx="666127" cy="622936"/>
            <a:chOff x="4369225" y="1829062"/>
            <a:chExt cx="811086" cy="758496"/>
          </a:xfrm>
        </p:grpSpPr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71766D20-1B38-9741-3BD7-535B81603532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5" name="図 84">
              <a:extLst>
                <a:ext uri="{FF2B5EF4-FFF2-40B4-BE49-F238E27FC236}">
                  <a16:creationId xmlns:a16="http://schemas.microsoft.com/office/drawing/2014/main" id="{3F1EE83C-B569-96D2-6F6A-4A831E58F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A35022A6-016F-5E02-0CB1-0F539841CD10}"/>
              </a:ext>
            </a:extLst>
          </p:cNvPr>
          <p:cNvGrpSpPr/>
          <p:nvPr/>
        </p:nvGrpSpPr>
        <p:grpSpPr>
          <a:xfrm rot="14756642" flipV="1">
            <a:off x="7295862" y="3422381"/>
            <a:ext cx="666127" cy="622936"/>
            <a:chOff x="4369225" y="1829062"/>
            <a:chExt cx="811086" cy="758496"/>
          </a:xfrm>
        </p:grpSpPr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6D6AADCD-4025-C0B5-3557-43E00C776DD6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8" name="図 87">
              <a:extLst>
                <a:ext uri="{FF2B5EF4-FFF2-40B4-BE49-F238E27FC236}">
                  <a16:creationId xmlns:a16="http://schemas.microsoft.com/office/drawing/2014/main" id="{28E0DFB0-8E7D-0625-6351-AE841D23E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pic>
        <p:nvPicPr>
          <p:cNvPr id="90" name="図 89">
            <a:extLst>
              <a:ext uri="{FF2B5EF4-FFF2-40B4-BE49-F238E27FC236}">
                <a16:creationId xmlns:a16="http://schemas.microsoft.com/office/drawing/2014/main" id="{D566F210-81E3-B59F-40CD-BD6F1FE9C6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430209">
            <a:off x="9987317" y="2298490"/>
            <a:ext cx="1838363" cy="1838363"/>
          </a:xfrm>
          <a:prstGeom prst="rect">
            <a:avLst/>
          </a:prstGeom>
        </p:spPr>
      </p:pic>
      <p:pic>
        <p:nvPicPr>
          <p:cNvPr id="93" name="図 92">
            <a:extLst>
              <a:ext uri="{FF2B5EF4-FFF2-40B4-BE49-F238E27FC236}">
                <a16:creationId xmlns:a16="http://schemas.microsoft.com/office/drawing/2014/main" id="{8C6ED873-1C14-7DB1-F91A-BF2FC1A559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62790">
            <a:off x="11252061" y="2458248"/>
            <a:ext cx="924729" cy="924729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E1C0C47A-5E99-447A-8C8E-52AB34C8F4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767" y="-474467"/>
            <a:ext cx="3472464" cy="347246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DC801AC-5545-2F29-41A0-645A3E5EF7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09" y="4036003"/>
            <a:ext cx="2556898" cy="2556898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A2C85C54-A8A8-E366-0FDC-7475552E3F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218" y="4347796"/>
            <a:ext cx="2176168" cy="2176168"/>
          </a:xfrm>
          <a:prstGeom prst="rect">
            <a:avLst/>
          </a:prstGeom>
        </p:spPr>
      </p:pic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D42A6C8-9294-AA2D-2D70-E02C06F1BE23}"/>
              </a:ext>
            </a:extLst>
          </p:cNvPr>
          <p:cNvGrpSpPr/>
          <p:nvPr/>
        </p:nvGrpSpPr>
        <p:grpSpPr>
          <a:xfrm rot="20777117">
            <a:off x="2029876" y="2643559"/>
            <a:ext cx="1090201" cy="1957852"/>
            <a:chOff x="3135086" y="3171564"/>
            <a:chExt cx="1220189" cy="219129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ACAC29BC-1080-D039-850E-E577829EAB18}"/>
                </a:ext>
              </a:extLst>
            </p:cNvPr>
            <p:cNvSpPr/>
            <p:nvPr/>
          </p:nvSpPr>
          <p:spPr>
            <a:xfrm>
              <a:off x="3135086" y="3171564"/>
              <a:ext cx="1220189" cy="21912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88900" cmpd="thickThin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07E36399-74C6-C891-87DD-3C6EDD6E85F7}"/>
                </a:ext>
              </a:extLst>
            </p:cNvPr>
            <p:cNvSpPr txBox="1"/>
            <p:nvPr/>
          </p:nvSpPr>
          <p:spPr>
            <a:xfrm>
              <a:off x="3219319" y="3802171"/>
              <a:ext cx="1051720" cy="930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4800">
                  <a:latin typeface="KaitouYokokuGothic Heavy" panose="020B0A00000000000000" pitchFamily="34" charset="0"/>
                  <a:ea typeface="KaitouYokokuGothic Heavy" panose="020B0A00000000000000" pitchFamily="34" charset="0"/>
                </a:rPr>
                <a:t>滅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FC14EBC-81F8-5458-E229-27BF009D7885}"/>
              </a:ext>
            </a:extLst>
          </p:cNvPr>
          <p:cNvGrpSpPr/>
          <p:nvPr/>
        </p:nvGrpSpPr>
        <p:grpSpPr>
          <a:xfrm>
            <a:off x="5252626" y="2253682"/>
            <a:ext cx="1333153" cy="2394160"/>
            <a:chOff x="3135086" y="3171564"/>
            <a:chExt cx="1220189" cy="2191292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ADFD6E97-49B6-B581-9369-C4E7B20D25D6}"/>
                </a:ext>
              </a:extLst>
            </p:cNvPr>
            <p:cNvSpPr/>
            <p:nvPr/>
          </p:nvSpPr>
          <p:spPr>
            <a:xfrm>
              <a:off x="3135086" y="3171564"/>
              <a:ext cx="1220189" cy="21912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88900" cmpd="thickThin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D813D6F7-A6E1-6D68-CEFD-5D295C1B4052}"/>
                </a:ext>
              </a:extLst>
            </p:cNvPr>
            <p:cNvSpPr txBox="1"/>
            <p:nvPr/>
          </p:nvSpPr>
          <p:spPr>
            <a:xfrm>
              <a:off x="3228591" y="3759379"/>
              <a:ext cx="1033183" cy="9296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6000">
                  <a:latin typeface="KaitouYokokuGothic Heavy" panose="020B0A00000000000000" pitchFamily="34" charset="0"/>
                  <a:ea typeface="KaitouYokokuGothic Heavy" panose="020B0A00000000000000" pitchFamily="34" charset="0"/>
                </a:rPr>
                <a:t>滅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17C1F50-E15F-A8E9-0A76-0A2E98329573}"/>
              </a:ext>
            </a:extLst>
          </p:cNvPr>
          <p:cNvGrpSpPr/>
          <p:nvPr/>
        </p:nvGrpSpPr>
        <p:grpSpPr>
          <a:xfrm rot="995945">
            <a:off x="8273861" y="2207854"/>
            <a:ext cx="1090201" cy="1957852"/>
            <a:chOff x="3135086" y="3171564"/>
            <a:chExt cx="1220189" cy="2191292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207E36B-D22D-F60D-3058-4662BCA03FA1}"/>
                </a:ext>
              </a:extLst>
            </p:cNvPr>
            <p:cNvSpPr/>
            <p:nvPr/>
          </p:nvSpPr>
          <p:spPr>
            <a:xfrm>
              <a:off x="3135086" y="3171564"/>
              <a:ext cx="1220189" cy="21912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88900" cmpd="thickThin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16203D05-81A5-8B62-6EF7-5BD1C639598E}"/>
                </a:ext>
              </a:extLst>
            </p:cNvPr>
            <p:cNvSpPr txBox="1"/>
            <p:nvPr/>
          </p:nvSpPr>
          <p:spPr>
            <a:xfrm>
              <a:off x="3219320" y="3802170"/>
              <a:ext cx="1051720" cy="930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4800">
                  <a:latin typeface="KaitouYokokuGothic Heavy" panose="020B0A00000000000000" pitchFamily="34" charset="0"/>
                  <a:ea typeface="KaitouYokokuGothic Heavy" panose="020B0A00000000000000" pitchFamily="34" charset="0"/>
                </a:rPr>
                <a:t>滅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B271F581-A6E9-E79B-8325-B4881080679F}"/>
              </a:ext>
            </a:extLst>
          </p:cNvPr>
          <p:cNvGrpSpPr/>
          <p:nvPr/>
        </p:nvGrpSpPr>
        <p:grpSpPr>
          <a:xfrm rot="14756642" flipV="1">
            <a:off x="9817404" y="3556618"/>
            <a:ext cx="666127" cy="622936"/>
            <a:chOff x="4369225" y="1829062"/>
            <a:chExt cx="811086" cy="758496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E2562990-C8FB-D0C7-D6E6-68D29C7779A4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BD247E34-6F9D-71A4-8859-3E35632BF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C1B7ACF0-1EC1-584A-5585-3502025E17F9}"/>
              </a:ext>
            </a:extLst>
          </p:cNvPr>
          <p:cNvGrpSpPr/>
          <p:nvPr/>
        </p:nvGrpSpPr>
        <p:grpSpPr>
          <a:xfrm rot="17102892" flipV="1">
            <a:off x="10098611" y="3242060"/>
            <a:ext cx="666127" cy="622936"/>
            <a:chOff x="4369225" y="1829062"/>
            <a:chExt cx="811086" cy="758496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5E1FFD7F-B26A-1101-BC62-7E8EAC030A47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8F4C74D1-355C-035A-D21C-DC94439DC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4873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1F0CC-8B28-CB12-0B0B-967DCE39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CE7B711-4755-169A-451E-DFBB6CE120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27CF3F7-BF81-CA67-3FDD-1F6C9E813873}"/>
              </a:ext>
            </a:extLst>
          </p:cNvPr>
          <p:cNvGrpSpPr/>
          <p:nvPr/>
        </p:nvGrpSpPr>
        <p:grpSpPr>
          <a:xfrm>
            <a:off x="229143" y="2695199"/>
            <a:ext cx="2075835" cy="1500569"/>
            <a:chOff x="3031445" y="4961361"/>
            <a:chExt cx="2075835" cy="1500569"/>
          </a:xfrm>
        </p:grpSpPr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8BDF41D2-B2FD-3E1C-ED5A-2746D2B54B69}"/>
                </a:ext>
              </a:extLst>
            </p:cNvPr>
            <p:cNvGrpSpPr/>
            <p:nvPr/>
          </p:nvGrpSpPr>
          <p:grpSpPr>
            <a:xfrm rot="6843358">
              <a:off x="2997956" y="5115244"/>
              <a:ext cx="1032981" cy="966003"/>
              <a:chOff x="4369225" y="1829062"/>
              <a:chExt cx="811086" cy="758496"/>
            </a:xfrm>
          </p:grpSpPr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D7E8C7C0-D1C5-9958-DE4A-62F6FA0EA08A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CE884A39-A9F5-7655-13E8-6B49D0E06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33763F0-19B4-8F3A-1435-D42304779CE2}"/>
                </a:ext>
              </a:extLst>
            </p:cNvPr>
            <p:cNvGrpSpPr/>
            <p:nvPr/>
          </p:nvGrpSpPr>
          <p:grpSpPr>
            <a:xfrm rot="6843358">
              <a:off x="3772230" y="4994850"/>
              <a:ext cx="1032981" cy="966003"/>
              <a:chOff x="4369225" y="1829062"/>
              <a:chExt cx="811086" cy="758496"/>
            </a:xfrm>
          </p:grpSpPr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625490BC-B934-7660-0EA4-705F35F37F5C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28" name="図 27">
                <a:extLst>
                  <a:ext uri="{FF2B5EF4-FFF2-40B4-BE49-F238E27FC236}">
                    <a16:creationId xmlns:a16="http://schemas.microsoft.com/office/drawing/2014/main" id="{6FA75F75-DCAB-7AAF-8FB8-76BE7BA775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BE4E6105-B412-6F64-7E59-9D68AE206321}"/>
                </a:ext>
              </a:extLst>
            </p:cNvPr>
            <p:cNvGrpSpPr/>
            <p:nvPr/>
          </p:nvGrpSpPr>
          <p:grpSpPr>
            <a:xfrm rot="6843358">
              <a:off x="4107788" y="5462438"/>
              <a:ext cx="1032981" cy="966003"/>
              <a:chOff x="4369225" y="1829062"/>
              <a:chExt cx="811086" cy="758496"/>
            </a:xfrm>
          </p:grpSpPr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362C52F5-A14C-4B7A-31B6-82100E9D0119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5D1DA2D4-A333-85E5-9759-AA8D82DA6E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CCB7E7C1-C5DD-0C53-74D5-0F7496F3B98E}"/>
              </a:ext>
            </a:extLst>
          </p:cNvPr>
          <p:cNvGrpSpPr/>
          <p:nvPr/>
        </p:nvGrpSpPr>
        <p:grpSpPr>
          <a:xfrm rot="3812523">
            <a:off x="2115672" y="2974672"/>
            <a:ext cx="1109998" cy="1038026"/>
            <a:chOff x="4369225" y="1829062"/>
            <a:chExt cx="811086" cy="758496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0B83A550-B236-3516-1B28-E0194F5B1DBB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CB2CD5E3-255B-D0DD-2118-212C85AF2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B0901B3B-5474-F2FE-FEDA-DD463B9D417E}"/>
              </a:ext>
            </a:extLst>
          </p:cNvPr>
          <p:cNvGrpSpPr/>
          <p:nvPr/>
        </p:nvGrpSpPr>
        <p:grpSpPr>
          <a:xfrm rot="3812523">
            <a:off x="2947674" y="2845302"/>
            <a:ext cx="1109998" cy="1038026"/>
            <a:chOff x="4369225" y="1829062"/>
            <a:chExt cx="811086" cy="758496"/>
          </a:xfrm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BC46CECC-76FE-EDF0-EFF2-B75AC05FCCF6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FD94E842-FA02-4487-FD63-F782AA62F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518F5463-E1AB-F5EB-37CA-59546550DD9E}"/>
              </a:ext>
            </a:extLst>
          </p:cNvPr>
          <p:cNvGrpSpPr/>
          <p:nvPr/>
        </p:nvGrpSpPr>
        <p:grpSpPr>
          <a:xfrm>
            <a:off x="3735938" y="3064127"/>
            <a:ext cx="1740277" cy="1153375"/>
            <a:chOff x="3735938" y="3064127"/>
            <a:chExt cx="1740277" cy="1153375"/>
          </a:xfrm>
        </p:grpSpPr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F0D0F896-78CF-F632-A2ED-11F8DCADAB74}"/>
                </a:ext>
              </a:extLst>
            </p:cNvPr>
            <p:cNvGrpSpPr/>
            <p:nvPr/>
          </p:nvGrpSpPr>
          <p:grpSpPr>
            <a:xfrm rot="6843358">
              <a:off x="3702449" y="3218010"/>
              <a:ext cx="1032981" cy="966003"/>
              <a:chOff x="4369225" y="1829062"/>
              <a:chExt cx="811086" cy="758496"/>
            </a:xfrm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C6DCF293-959D-8C9D-FB5F-0E1EEE7B22E5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8C226C6E-D7C2-99F7-06C5-C8E1739AD2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3043B48C-0970-3DE1-88A3-582120B96211}"/>
                </a:ext>
              </a:extLst>
            </p:cNvPr>
            <p:cNvGrpSpPr/>
            <p:nvPr/>
          </p:nvGrpSpPr>
          <p:grpSpPr>
            <a:xfrm rot="6843358">
              <a:off x="4476723" y="3097616"/>
              <a:ext cx="1032981" cy="966003"/>
              <a:chOff x="4369225" y="1829062"/>
              <a:chExt cx="811086" cy="758496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66A1FAB6-9080-7918-14F0-F1BC0441F540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9" name="図 48">
                <a:extLst>
                  <a:ext uri="{FF2B5EF4-FFF2-40B4-BE49-F238E27FC236}">
                    <a16:creationId xmlns:a16="http://schemas.microsoft.com/office/drawing/2014/main" id="{36534D48-656A-D9F4-51F7-53ED1D8BDA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6C3A2BA8-466E-D491-F195-4C5EC704837A}"/>
              </a:ext>
            </a:extLst>
          </p:cNvPr>
          <p:cNvGrpSpPr/>
          <p:nvPr/>
        </p:nvGrpSpPr>
        <p:grpSpPr>
          <a:xfrm rot="6843358">
            <a:off x="3851039" y="2755835"/>
            <a:ext cx="666127" cy="622936"/>
            <a:chOff x="4369225" y="1829062"/>
            <a:chExt cx="811086" cy="758496"/>
          </a:xfrm>
        </p:grpSpPr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CF72B36D-E466-9173-EF9D-3EECC3FBD5E8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9" name="図 58">
              <a:extLst>
                <a:ext uri="{FF2B5EF4-FFF2-40B4-BE49-F238E27FC236}">
                  <a16:creationId xmlns:a16="http://schemas.microsoft.com/office/drawing/2014/main" id="{8C6BB6A2-FCA5-D87C-387C-7CB0B19B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901EAB43-E320-7233-5249-3C2A2DF2B827}"/>
              </a:ext>
            </a:extLst>
          </p:cNvPr>
          <p:cNvGrpSpPr/>
          <p:nvPr/>
        </p:nvGrpSpPr>
        <p:grpSpPr>
          <a:xfrm rot="3812523">
            <a:off x="5341637" y="2812301"/>
            <a:ext cx="1109998" cy="1038026"/>
            <a:chOff x="4369225" y="1829062"/>
            <a:chExt cx="811086" cy="758496"/>
          </a:xfrm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9B190F2B-4AAF-8F84-24DC-D95EA8A274B9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2" name="図 61">
              <a:extLst>
                <a:ext uri="{FF2B5EF4-FFF2-40B4-BE49-F238E27FC236}">
                  <a16:creationId xmlns:a16="http://schemas.microsoft.com/office/drawing/2014/main" id="{FC11E127-131E-6164-DDCE-C424927F2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C08AB857-34A9-3A0B-91DA-03098E960601}"/>
              </a:ext>
            </a:extLst>
          </p:cNvPr>
          <p:cNvGrpSpPr/>
          <p:nvPr/>
        </p:nvGrpSpPr>
        <p:grpSpPr>
          <a:xfrm rot="3812523">
            <a:off x="5843338" y="3643108"/>
            <a:ext cx="599987" cy="561084"/>
            <a:chOff x="4369225" y="1829062"/>
            <a:chExt cx="811086" cy="758496"/>
          </a:xfrm>
        </p:grpSpPr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7589C426-6222-3628-1356-0397AD6EBF11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5" name="図 64">
              <a:extLst>
                <a:ext uri="{FF2B5EF4-FFF2-40B4-BE49-F238E27FC236}">
                  <a16:creationId xmlns:a16="http://schemas.microsoft.com/office/drawing/2014/main" id="{931C0FEA-1BFE-65AC-E0E3-5664B5A67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81A52E6F-4883-1183-35ED-689FD5E0B02E}"/>
              </a:ext>
            </a:extLst>
          </p:cNvPr>
          <p:cNvGrpSpPr/>
          <p:nvPr/>
        </p:nvGrpSpPr>
        <p:grpSpPr>
          <a:xfrm rot="3812523">
            <a:off x="765750" y="3643107"/>
            <a:ext cx="599987" cy="561084"/>
            <a:chOff x="4369225" y="1829062"/>
            <a:chExt cx="811086" cy="758496"/>
          </a:xfrm>
        </p:grpSpPr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048D8FD8-29AA-1632-F103-FD3283FC6758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8" name="図 67">
              <a:extLst>
                <a:ext uri="{FF2B5EF4-FFF2-40B4-BE49-F238E27FC236}">
                  <a16:creationId xmlns:a16="http://schemas.microsoft.com/office/drawing/2014/main" id="{01F5109A-6E6E-BC85-FC8B-EE8FE1C28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89B267CA-C6F7-AA63-5A3C-355C4E04C736}"/>
              </a:ext>
            </a:extLst>
          </p:cNvPr>
          <p:cNvGrpSpPr/>
          <p:nvPr/>
        </p:nvGrpSpPr>
        <p:grpSpPr>
          <a:xfrm rot="6843358">
            <a:off x="6474106" y="2951089"/>
            <a:ext cx="1032981" cy="966003"/>
            <a:chOff x="4369225" y="1829062"/>
            <a:chExt cx="811086" cy="758496"/>
          </a:xfrm>
        </p:grpSpPr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54662CD7-56F7-03BD-C3CB-48AF4916D7ED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5" name="図 74">
              <a:extLst>
                <a:ext uri="{FF2B5EF4-FFF2-40B4-BE49-F238E27FC236}">
                  <a16:creationId xmlns:a16="http://schemas.microsoft.com/office/drawing/2014/main" id="{A7E11D66-23D3-C45E-30E6-64A96E089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E71A8603-56F6-B4D5-EC18-C4E5F7DB895F}"/>
              </a:ext>
            </a:extLst>
          </p:cNvPr>
          <p:cNvGrpSpPr/>
          <p:nvPr/>
        </p:nvGrpSpPr>
        <p:grpSpPr>
          <a:xfrm rot="6843358">
            <a:off x="7317885" y="2808480"/>
            <a:ext cx="849462" cy="794383"/>
            <a:chOff x="4369225" y="1829062"/>
            <a:chExt cx="811086" cy="758496"/>
          </a:xfrm>
        </p:grpSpPr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D8E241F9-57DA-21DB-F96B-0F1CB0D2B83D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799AA3ED-ADCE-94CA-BC12-EA081E39E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43A1D59F-7AC4-F2C2-E5B6-28BDB8A8E26B}"/>
              </a:ext>
            </a:extLst>
          </p:cNvPr>
          <p:cNvGrpSpPr/>
          <p:nvPr/>
        </p:nvGrpSpPr>
        <p:grpSpPr>
          <a:xfrm>
            <a:off x="8150559" y="3036205"/>
            <a:ext cx="1740277" cy="1153375"/>
            <a:chOff x="3735938" y="3064127"/>
            <a:chExt cx="1740277" cy="1153375"/>
          </a:xfrm>
        </p:grpSpPr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DB9F58D5-3020-79E6-F474-ACBE6955E36D}"/>
                </a:ext>
              </a:extLst>
            </p:cNvPr>
            <p:cNvGrpSpPr/>
            <p:nvPr/>
          </p:nvGrpSpPr>
          <p:grpSpPr>
            <a:xfrm rot="6843358">
              <a:off x="3702449" y="3218010"/>
              <a:ext cx="1032981" cy="966003"/>
              <a:chOff x="4369225" y="1829062"/>
              <a:chExt cx="811086" cy="758496"/>
            </a:xfrm>
          </p:grpSpPr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149AD150-D212-0C24-6971-83917D41D261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2" name="図 81">
                <a:extLst>
                  <a:ext uri="{FF2B5EF4-FFF2-40B4-BE49-F238E27FC236}">
                    <a16:creationId xmlns:a16="http://schemas.microsoft.com/office/drawing/2014/main" id="{EECAD9DF-3838-0204-0912-0F299A8588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DBF5BDE1-A325-0927-1B5F-76AD8E287923}"/>
                </a:ext>
              </a:extLst>
            </p:cNvPr>
            <p:cNvGrpSpPr/>
            <p:nvPr/>
          </p:nvGrpSpPr>
          <p:grpSpPr>
            <a:xfrm rot="6843358">
              <a:off x="4476723" y="3097616"/>
              <a:ext cx="1032981" cy="966003"/>
              <a:chOff x="4369225" y="1829062"/>
              <a:chExt cx="811086" cy="758496"/>
            </a:xfrm>
          </p:grpSpPr>
          <p:sp>
            <p:nvSpPr>
              <p:cNvPr id="79" name="正方形/長方形 78">
                <a:extLst>
                  <a:ext uri="{FF2B5EF4-FFF2-40B4-BE49-F238E27FC236}">
                    <a16:creationId xmlns:a16="http://schemas.microsoft.com/office/drawing/2014/main" id="{4E75A783-CDB7-CBC9-1300-C3588A6EC79E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0" name="図 79">
                <a:extLst>
                  <a:ext uri="{FF2B5EF4-FFF2-40B4-BE49-F238E27FC236}">
                    <a16:creationId xmlns:a16="http://schemas.microsoft.com/office/drawing/2014/main" id="{E85EBF72-BBAD-7BBB-2084-5BA52F83E8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7A1C04F2-216E-A654-DE3E-344CF869B7F7}"/>
              </a:ext>
            </a:extLst>
          </p:cNvPr>
          <p:cNvGrpSpPr/>
          <p:nvPr/>
        </p:nvGrpSpPr>
        <p:grpSpPr>
          <a:xfrm rot="6843358">
            <a:off x="8265660" y="2727913"/>
            <a:ext cx="666127" cy="622936"/>
            <a:chOff x="4369225" y="1829062"/>
            <a:chExt cx="811086" cy="758496"/>
          </a:xfrm>
        </p:grpSpPr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678C4679-68E5-D378-334C-DFBB5BE693E9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5" name="図 84">
              <a:extLst>
                <a:ext uri="{FF2B5EF4-FFF2-40B4-BE49-F238E27FC236}">
                  <a16:creationId xmlns:a16="http://schemas.microsoft.com/office/drawing/2014/main" id="{6C3AB0B9-EC8B-8C83-7BAD-69EAFD308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C03EF358-A416-36DF-0673-56B2BE4B8E76}"/>
              </a:ext>
            </a:extLst>
          </p:cNvPr>
          <p:cNvGrpSpPr/>
          <p:nvPr/>
        </p:nvGrpSpPr>
        <p:grpSpPr>
          <a:xfrm rot="14756642" flipV="1">
            <a:off x="7295862" y="3422381"/>
            <a:ext cx="666127" cy="622936"/>
            <a:chOff x="4369225" y="1829062"/>
            <a:chExt cx="811086" cy="758496"/>
          </a:xfrm>
        </p:grpSpPr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9CB5F87E-D2ED-831E-109B-25463014A8D4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8" name="図 87">
              <a:extLst>
                <a:ext uri="{FF2B5EF4-FFF2-40B4-BE49-F238E27FC236}">
                  <a16:creationId xmlns:a16="http://schemas.microsoft.com/office/drawing/2014/main" id="{E1973F5F-DF46-3715-BD45-E5D62A604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F8474018-A49A-C714-0E9A-A874EF4A1B75}"/>
              </a:ext>
            </a:extLst>
          </p:cNvPr>
          <p:cNvGrpSpPr/>
          <p:nvPr/>
        </p:nvGrpSpPr>
        <p:grpSpPr>
          <a:xfrm rot="14756642" flipV="1">
            <a:off x="9817404" y="3556618"/>
            <a:ext cx="666127" cy="622936"/>
            <a:chOff x="4369225" y="1829062"/>
            <a:chExt cx="811086" cy="758496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77442939-7E46-49B3-8167-CD812C0FEB52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F1DF827E-B1F3-19EF-5E50-E9B0F2EA8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E2AC2C49-B68D-FF7B-9780-DF734D78CEB9}"/>
              </a:ext>
            </a:extLst>
          </p:cNvPr>
          <p:cNvGrpSpPr/>
          <p:nvPr/>
        </p:nvGrpSpPr>
        <p:grpSpPr>
          <a:xfrm rot="17102892" flipV="1">
            <a:off x="10098611" y="3242060"/>
            <a:ext cx="666127" cy="622936"/>
            <a:chOff x="4369225" y="1829062"/>
            <a:chExt cx="811086" cy="758496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EBFEE6E9-8B41-5C73-99AA-FB17B9353131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C3D7ABE2-7D01-8BA1-8918-ACC526786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450A9A30-9992-24D0-605B-0781C5FFE0E5}"/>
              </a:ext>
            </a:extLst>
          </p:cNvPr>
          <p:cNvGrpSpPr/>
          <p:nvPr/>
        </p:nvGrpSpPr>
        <p:grpSpPr>
          <a:xfrm flipV="1">
            <a:off x="10236038" y="2577652"/>
            <a:ext cx="1632212" cy="1285971"/>
            <a:chOff x="9868985" y="2533045"/>
            <a:chExt cx="1632212" cy="1285971"/>
          </a:xfrm>
        </p:grpSpPr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71ED4CC6-69F8-59E0-D2BC-C9BB2421F2C1}"/>
                </a:ext>
              </a:extLst>
            </p:cNvPr>
            <p:cNvGrpSpPr/>
            <p:nvPr/>
          </p:nvGrpSpPr>
          <p:grpSpPr>
            <a:xfrm rot="6843358">
              <a:off x="9835496" y="2703193"/>
              <a:ext cx="1032981" cy="966003"/>
              <a:chOff x="4369225" y="1829062"/>
              <a:chExt cx="811086" cy="758496"/>
            </a:xfrm>
          </p:grpSpPr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6D6AE52E-8FE6-7F35-C0CA-BE39C259C682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6" name="図 35">
                <a:extLst>
                  <a:ext uri="{FF2B5EF4-FFF2-40B4-BE49-F238E27FC236}">
                    <a16:creationId xmlns:a16="http://schemas.microsoft.com/office/drawing/2014/main" id="{4D7561B3-58B1-5783-E869-4F3D07C77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AA62FB39-3DE4-417C-8278-8973B731E5F3}"/>
                </a:ext>
              </a:extLst>
            </p:cNvPr>
            <p:cNvGrpSpPr/>
            <p:nvPr/>
          </p:nvGrpSpPr>
          <p:grpSpPr>
            <a:xfrm rot="6843358">
              <a:off x="10679275" y="2560584"/>
              <a:ext cx="849462" cy="794383"/>
              <a:chOff x="4369225" y="1829062"/>
              <a:chExt cx="811086" cy="758496"/>
            </a:xfrm>
          </p:grpSpPr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D05EB729-7662-2351-772D-CB009D892E1E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5" name="図 44">
                <a:extLst>
                  <a:ext uri="{FF2B5EF4-FFF2-40B4-BE49-F238E27FC236}">
                    <a16:creationId xmlns:a16="http://schemas.microsoft.com/office/drawing/2014/main" id="{739B6319-7BD4-A40D-A45E-7E9354F1CD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CA085AD5-216D-70E0-8794-210E45B6C023}"/>
                </a:ext>
              </a:extLst>
            </p:cNvPr>
            <p:cNvGrpSpPr/>
            <p:nvPr/>
          </p:nvGrpSpPr>
          <p:grpSpPr>
            <a:xfrm rot="14756642" flipV="1">
              <a:off x="10657252" y="3174485"/>
              <a:ext cx="666127" cy="622936"/>
              <a:chOff x="4369225" y="1829062"/>
              <a:chExt cx="811086" cy="758496"/>
            </a:xfrm>
          </p:grpSpPr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4BE6D8A5-644F-D8F7-CEC9-5E7688010765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95873368-A364-C161-A547-AEC037DD5E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4A6A60B5-750A-457A-B773-7149E3F38FB3}"/>
              </a:ext>
            </a:extLst>
          </p:cNvPr>
          <p:cNvGrpSpPr/>
          <p:nvPr/>
        </p:nvGrpSpPr>
        <p:grpSpPr>
          <a:xfrm rot="17893848" flipV="1">
            <a:off x="10701640" y="3708433"/>
            <a:ext cx="538013" cy="503129"/>
            <a:chOff x="4369225" y="1829062"/>
            <a:chExt cx="811086" cy="758496"/>
          </a:xfrm>
        </p:grpSpPr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2BCAB278-70E3-FA91-9AA3-8D7B63885EB9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9" name="図 68">
              <a:extLst>
                <a:ext uri="{FF2B5EF4-FFF2-40B4-BE49-F238E27FC236}">
                  <a16:creationId xmlns:a16="http://schemas.microsoft.com/office/drawing/2014/main" id="{AAAC2B4C-0A95-B17E-693E-8CC04703E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pic>
        <p:nvPicPr>
          <p:cNvPr id="91" name="図 90">
            <a:extLst>
              <a:ext uri="{FF2B5EF4-FFF2-40B4-BE49-F238E27FC236}">
                <a16:creationId xmlns:a16="http://schemas.microsoft.com/office/drawing/2014/main" id="{ACCC87C3-800D-F9DA-B22E-BE19E0959F6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73" t="12256" r="40934" b="12322"/>
          <a:stretch>
            <a:fillRect/>
          </a:stretch>
        </p:blipFill>
        <p:spPr>
          <a:xfrm rot="20576647">
            <a:off x="1209636" y="1443268"/>
            <a:ext cx="1153359" cy="3122609"/>
          </a:xfrm>
          <a:prstGeom prst="rect">
            <a:avLst/>
          </a:prstGeom>
          <a:effectLst>
            <a:glow rad="38100">
              <a:schemeClr val="bg1">
                <a:lumMod val="95000"/>
                <a:alpha val="50000"/>
              </a:schemeClr>
            </a:glow>
          </a:effectLst>
        </p:spPr>
      </p:pic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14D3E27B-1107-99D4-D0E2-927CE05E1194}"/>
              </a:ext>
            </a:extLst>
          </p:cNvPr>
          <p:cNvGrpSpPr/>
          <p:nvPr/>
        </p:nvGrpSpPr>
        <p:grpSpPr>
          <a:xfrm rot="20576647">
            <a:off x="1355851" y="2066954"/>
            <a:ext cx="521291" cy="201255"/>
            <a:chOff x="6441219" y="3553775"/>
            <a:chExt cx="643586" cy="248470"/>
          </a:xfrm>
          <a:solidFill>
            <a:schemeClr val="bg1">
              <a:lumMod val="95000"/>
              <a:alpha val="75000"/>
            </a:schemeClr>
          </a:solidFill>
        </p:grpSpPr>
        <p:sp>
          <p:nvSpPr>
            <p:cNvPr id="92" name="月 91">
              <a:extLst>
                <a:ext uri="{FF2B5EF4-FFF2-40B4-BE49-F238E27FC236}">
                  <a16:creationId xmlns:a16="http://schemas.microsoft.com/office/drawing/2014/main" id="{4C6BD8D3-68F9-D7F5-57BF-27C47998DBEF}"/>
                </a:ext>
              </a:extLst>
            </p:cNvPr>
            <p:cNvSpPr/>
            <p:nvPr/>
          </p:nvSpPr>
          <p:spPr>
            <a:xfrm rot="16200000">
              <a:off x="6682354" y="3399795"/>
              <a:ext cx="161315" cy="643586"/>
            </a:xfrm>
            <a:prstGeom prst="moon">
              <a:avLst>
                <a:gd name="adj" fmla="val 2150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二等辺三角形 93">
              <a:extLst>
                <a:ext uri="{FF2B5EF4-FFF2-40B4-BE49-F238E27FC236}">
                  <a16:creationId xmlns:a16="http://schemas.microsoft.com/office/drawing/2014/main" id="{0F4352BA-989B-7172-9A98-C6AAF4D36A8B}"/>
                </a:ext>
              </a:extLst>
            </p:cNvPr>
            <p:cNvSpPr/>
            <p:nvPr/>
          </p:nvSpPr>
          <p:spPr>
            <a:xfrm>
              <a:off x="6637244" y="3553775"/>
              <a:ext cx="251534" cy="2168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7" name="グループ化 116">
            <a:extLst>
              <a:ext uri="{FF2B5EF4-FFF2-40B4-BE49-F238E27FC236}">
                <a16:creationId xmlns:a16="http://schemas.microsoft.com/office/drawing/2014/main" id="{48D33CC2-CB46-0BBE-804D-96046305FDB0}"/>
              </a:ext>
            </a:extLst>
          </p:cNvPr>
          <p:cNvGrpSpPr/>
          <p:nvPr/>
        </p:nvGrpSpPr>
        <p:grpSpPr>
          <a:xfrm>
            <a:off x="2599703" y="2603643"/>
            <a:ext cx="1153359" cy="3122609"/>
            <a:chOff x="2599703" y="2603643"/>
            <a:chExt cx="1153359" cy="3122609"/>
          </a:xfrm>
        </p:grpSpPr>
        <p:pic>
          <p:nvPicPr>
            <p:cNvPr id="98" name="図 97">
              <a:extLst>
                <a:ext uri="{FF2B5EF4-FFF2-40B4-BE49-F238E27FC236}">
                  <a16:creationId xmlns:a16="http://schemas.microsoft.com/office/drawing/2014/main" id="{D99581DF-E9FE-5A64-0ACD-F1E281FEE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3">
                  <a:tint val="45000"/>
                  <a:satMod val="400000"/>
                </a:schemeClr>
              </a:duotone>
              <a:alphaModFix amt="6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173" t="12256" r="40934" b="12322"/>
            <a:stretch>
              <a:fillRect/>
            </a:stretch>
          </p:blipFill>
          <p:spPr>
            <a:xfrm rot="766959">
              <a:off x="2599703" y="2603643"/>
              <a:ext cx="1153359" cy="3122609"/>
            </a:xfrm>
            <a:prstGeom prst="rect">
              <a:avLst/>
            </a:prstGeom>
            <a:effectLst>
              <a:glow rad="38100">
                <a:schemeClr val="bg1">
                  <a:lumMod val="95000"/>
                  <a:alpha val="50000"/>
                </a:schemeClr>
              </a:glow>
            </a:effectLst>
          </p:spPr>
        </p:pic>
        <p:grpSp>
          <p:nvGrpSpPr>
            <p:cNvPr id="99" name="グループ化 98">
              <a:extLst>
                <a:ext uri="{FF2B5EF4-FFF2-40B4-BE49-F238E27FC236}">
                  <a16:creationId xmlns:a16="http://schemas.microsoft.com/office/drawing/2014/main" id="{25BB1993-7DBA-5677-E540-492853C203AC}"/>
                </a:ext>
              </a:extLst>
            </p:cNvPr>
            <p:cNvGrpSpPr/>
            <p:nvPr/>
          </p:nvGrpSpPr>
          <p:grpSpPr>
            <a:xfrm rot="766959">
              <a:off x="3184882" y="3253793"/>
              <a:ext cx="521291" cy="201255"/>
              <a:chOff x="6441219" y="3553775"/>
              <a:chExt cx="643586" cy="248470"/>
            </a:xfrm>
            <a:solidFill>
              <a:schemeClr val="bg1">
                <a:lumMod val="95000"/>
                <a:alpha val="75000"/>
              </a:schemeClr>
            </a:solidFill>
          </p:grpSpPr>
          <p:sp>
            <p:nvSpPr>
              <p:cNvPr id="100" name="月 99">
                <a:extLst>
                  <a:ext uri="{FF2B5EF4-FFF2-40B4-BE49-F238E27FC236}">
                    <a16:creationId xmlns:a16="http://schemas.microsoft.com/office/drawing/2014/main" id="{70163FA1-3FC3-4BC9-E652-BD5CCC1DF6A2}"/>
                  </a:ext>
                </a:extLst>
              </p:cNvPr>
              <p:cNvSpPr/>
              <p:nvPr/>
            </p:nvSpPr>
            <p:spPr>
              <a:xfrm rot="16200000">
                <a:off x="6682354" y="3399795"/>
                <a:ext cx="161315" cy="643586"/>
              </a:xfrm>
              <a:prstGeom prst="moon">
                <a:avLst>
                  <a:gd name="adj" fmla="val 2150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1" name="二等辺三角形 100">
                <a:extLst>
                  <a:ext uri="{FF2B5EF4-FFF2-40B4-BE49-F238E27FC236}">
                    <a16:creationId xmlns:a16="http://schemas.microsoft.com/office/drawing/2014/main" id="{D87806F0-4746-0D27-A634-07835BE5EEB1}"/>
                  </a:ext>
                </a:extLst>
              </p:cNvPr>
              <p:cNvSpPr/>
              <p:nvPr/>
            </p:nvSpPr>
            <p:spPr>
              <a:xfrm>
                <a:off x="6637244" y="3553775"/>
                <a:ext cx="251534" cy="21684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9E4C5F52-0990-8E00-ECB3-4AAD3FC67654}"/>
              </a:ext>
            </a:extLst>
          </p:cNvPr>
          <p:cNvGrpSpPr/>
          <p:nvPr/>
        </p:nvGrpSpPr>
        <p:grpSpPr>
          <a:xfrm>
            <a:off x="4019194" y="-984944"/>
            <a:ext cx="3315412" cy="8271925"/>
            <a:chOff x="3943353" y="601305"/>
            <a:chExt cx="2627412" cy="6555371"/>
          </a:xfrm>
        </p:grpSpPr>
        <p:grpSp>
          <p:nvGrpSpPr>
            <p:cNvPr id="128" name="グループ化 127">
              <a:extLst>
                <a:ext uri="{FF2B5EF4-FFF2-40B4-BE49-F238E27FC236}">
                  <a16:creationId xmlns:a16="http://schemas.microsoft.com/office/drawing/2014/main" id="{11B98812-80BA-AFEA-3202-03E34889D600}"/>
                </a:ext>
              </a:extLst>
            </p:cNvPr>
            <p:cNvGrpSpPr/>
            <p:nvPr/>
          </p:nvGrpSpPr>
          <p:grpSpPr>
            <a:xfrm>
              <a:off x="4047173" y="620559"/>
              <a:ext cx="2523592" cy="6536117"/>
              <a:chOff x="4047173" y="620559"/>
              <a:chExt cx="2523592" cy="6536117"/>
            </a:xfrm>
          </p:grpSpPr>
          <p:grpSp>
            <p:nvGrpSpPr>
              <p:cNvPr id="102" name="グループ化 101">
                <a:extLst>
                  <a:ext uri="{FF2B5EF4-FFF2-40B4-BE49-F238E27FC236}">
                    <a16:creationId xmlns:a16="http://schemas.microsoft.com/office/drawing/2014/main" id="{08EF2E0E-77C8-9D3F-FEF5-F83C3E5CDDBA}"/>
                  </a:ext>
                </a:extLst>
              </p:cNvPr>
              <p:cNvGrpSpPr/>
              <p:nvPr/>
            </p:nvGrpSpPr>
            <p:grpSpPr>
              <a:xfrm>
                <a:off x="4047173" y="620559"/>
                <a:ext cx="2407052" cy="6516863"/>
                <a:chOff x="5954745" y="2799818"/>
                <a:chExt cx="1423938" cy="3855176"/>
              </a:xfrm>
            </p:grpSpPr>
            <p:pic>
              <p:nvPicPr>
                <p:cNvPr id="103" name="図 102">
                  <a:extLst>
                    <a:ext uri="{FF2B5EF4-FFF2-40B4-BE49-F238E27FC236}">
                      <a16:creationId xmlns:a16="http://schemas.microsoft.com/office/drawing/2014/main" id="{D139E1EC-3E37-E37E-A855-89DE4A85A3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duotone>
                    <a:prstClr val="black"/>
                    <a:schemeClr val="accent3">
                      <a:tint val="45000"/>
                      <a:satMod val="400000"/>
                    </a:schemeClr>
                  </a:duotone>
                  <a:alphaModFix amt="6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173" t="12256" r="40934" b="12322"/>
                <a:stretch>
                  <a:fillRect/>
                </a:stretch>
              </p:blipFill>
              <p:spPr>
                <a:xfrm>
                  <a:off x="5954745" y="2799818"/>
                  <a:ext cx="1423938" cy="3855176"/>
                </a:xfrm>
                <a:prstGeom prst="rect">
                  <a:avLst/>
                </a:prstGeom>
                <a:effectLst>
                  <a:glow rad="38100">
                    <a:schemeClr val="bg1">
                      <a:lumMod val="95000"/>
                      <a:alpha val="65000"/>
                    </a:schemeClr>
                  </a:glow>
                </a:effectLst>
              </p:spPr>
            </p:pic>
            <p:grpSp>
              <p:nvGrpSpPr>
                <p:cNvPr id="104" name="グループ化 103">
                  <a:extLst>
                    <a:ext uri="{FF2B5EF4-FFF2-40B4-BE49-F238E27FC236}">
                      <a16:creationId xmlns:a16="http://schemas.microsoft.com/office/drawing/2014/main" id="{D9816210-79F4-AE94-E485-B81681040393}"/>
                    </a:ext>
                  </a:extLst>
                </p:cNvPr>
                <p:cNvGrpSpPr/>
                <p:nvPr/>
              </p:nvGrpSpPr>
              <p:grpSpPr>
                <a:xfrm>
                  <a:off x="6447569" y="3553775"/>
                  <a:ext cx="643586" cy="248470"/>
                  <a:chOff x="6441219" y="3553775"/>
                  <a:chExt cx="643586" cy="248470"/>
                </a:xfrm>
              </p:grpSpPr>
              <p:sp>
                <p:nvSpPr>
                  <p:cNvPr id="105" name="月 104">
                    <a:extLst>
                      <a:ext uri="{FF2B5EF4-FFF2-40B4-BE49-F238E27FC236}">
                        <a16:creationId xmlns:a16="http://schemas.microsoft.com/office/drawing/2014/main" id="{8154FCBD-4C97-27CE-6393-556A83C9393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682354" y="3399795"/>
                    <a:ext cx="161315" cy="643586"/>
                  </a:xfrm>
                  <a:prstGeom prst="moon">
                    <a:avLst>
                      <a:gd name="adj" fmla="val 21507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06" name="二等辺三角形 105">
                    <a:extLst>
                      <a:ext uri="{FF2B5EF4-FFF2-40B4-BE49-F238E27FC236}">
                        <a16:creationId xmlns:a16="http://schemas.microsoft.com/office/drawing/2014/main" id="{94E35E78-551E-3BD3-95F5-300BBB3D7A9D}"/>
                      </a:ext>
                    </a:extLst>
                  </p:cNvPr>
                  <p:cNvSpPr/>
                  <p:nvPr/>
                </p:nvSpPr>
                <p:spPr>
                  <a:xfrm>
                    <a:off x="6637244" y="3553775"/>
                    <a:ext cx="251534" cy="216840"/>
                  </a:xfrm>
                  <a:prstGeom prst="triangl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  <p:grpSp>
            <p:nvGrpSpPr>
              <p:cNvPr id="107" name="グループ化 106">
                <a:extLst>
                  <a:ext uri="{FF2B5EF4-FFF2-40B4-BE49-F238E27FC236}">
                    <a16:creationId xmlns:a16="http://schemas.microsoft.com/office/drawing/2014/main" id="{0F31AAF8-B5AA-ED6C-99AD-D52BA69922EB}"/>
                  </a:ext>
                </a:extLst>
              </p:cNvPr>
              <p:cNvGrpSpPr/>
              <p:nvPr/>
            </p:nvGrpSpPr>
            <p:grpSpPr>
              <a:xfrm>
                <a:off x="4163713" y="639813"/>
                <a:ext cx="2407052" cy="6516863"/>
                <a:chOff x="5954745" y="2799818"/>
                <a:chExt cx="1423938" cy="3855176"/>
              </a:xfrm>
              <a:effectLst/>
            </p:grpSpPr>
            <p:pic>
              <p:nvPicPr>
                <p:cNvPr id="108" name="図 107">
                  <a:extLst>
                    <a:ext uri="{FF2B5EF4-FFF2-40B4-BE49-F238E27FC236}">
                      <a16:creationId xmlns:a16="http://schemas.microsoft.com/office/drawing/2014/main" id="{26AA79F0-171E-3198-57F8-62618C804F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duotone>
                    <a:prstClr val="black"/>
                    <a:schemeClr val="accent3">
                      <a:tint val="45000"/>
                      <a:satMod val="400000"/>
                    </a:schemeClr>
                  </a:duotone>
                  <a:alphaModFix amt="3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173" t="12256" r="40934" b="12322"/>
                <a:stretch>
                  <a:fillRect/>
                </a:stretch>
              </p:blipFill>
              <p:spPr>
                <a:xfrm>
                  <a:off x="5954745" y="2799818"/>
                  <a:ext cx="1423938" cy="3855176"/>
                </a:xfrm>
                <a:prstGeom prst="rect">
                  <a:avLst/>
                </a:prstGeom>
                <a:effectLst/>
              </p:spPr>
            </p:pic>
            <p:grpSp>
              <p:nvGrpSpPr>
                <p:cNvPr id="109" name="グループ化 108">
                  <a:extLst>
                    <a:ext uri="{FF2B5EF4-FFF2-40B4-BE49-F238E27FC236}">
                      <a16:creationId xmlns:a16="http://schemas.microsoft.com/office/drawing/2014/main" id="{EE8CE03A-D550-F09A-005D-BEAAAFFA638F}"/>
                    </a:ext>
                  </a:extLst>
                </p:cNvPr>
                <p:cNvGrpSpPr/>
                <p:nvPr/>
              </p:nvGrpSpPr>
              <p:grpSpPr>
                <a:xfrm>
                  <a:off x="6447569" y="3553775"/>
                  <a:ext cx="643586" cy="248470"/>
                  <a:chOff x="6441219" y="3553775"/>
                  <a:chExt cx="643586" cy="248470"/>
                </a:xfrm>
              </p:grpSpPr>
              <p:sp>
                <p:nvSpPr>
                  <p:cNvPr id="110" name="月 109">
                    <a:extLst>
                      <a:ext uri="{FF2B5EF4-FFF2-40B4-BE49-F238E27FC236}">
                        <a16:creationId xmlns:a16="http://schemas.microsoft.com/office/drawing/2014/main" id="{B835BC7B-2EDA-F11F-D908-43BE402FD83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682354" y="3399795"/>
                    <a:ext cx="161315" cy="643586"/>
                  </a:xfrm>
                  <a:prstGeom prst="moon">
                    <a:avLst>
                      <a:gd name="adj" fmla="val 21507"/>
                    </a:avLst>
                  </a:prstGeom>
                  <a:solidFill>
                    <a:schemeClr val="bg1">
                      <a:lumMod val="95000"/>
                      <a:alpha val="3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11" name="二等辺三角形 110">
                    <a:extLst>
                      <a:ext uri="{FF2B5EF4-FFF2-40B4-BE49-F238E27FC236}">
                        <a16:creationId xmlns:a16="http://schemas.microsoft.com/office/drawing/2014/main" id="{4C0BEC40-4FC2-7C55-6B2F-602CDE240FE0}"/>
                      </a:ext>
                    </a:extLst>
                  </p:cNvPr>
                  <p:cNvSpPr/>
                  <p:nvPr/>
                </p:nvSpPr>
                <p:spPr>
                  <a:xfrm>
                    <a:off x="6637244" y="3553775"/>
                    <a:ext cx="251534" cy="216840"/>
                  </a:xfrm>
                  <a:prstGeom prst="triangle">
                    <a:avLst/>
                  </a:prstGeom>
                  <a:solidFill>
                    <a:schemeClr val="bg1">
                      <a:lumMod val="95000"/>
                      <a:alpha val="3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grpSp>
          <p:nvGrpSpPr>
            <p:cNvPr id="112" name="グループ化 111">
              <a:extLst>
                <a:ext uri="{FF2B5EF4-FFF2-40B4-BE49-F238E27FC236}">
                  <a16:creationId xmlns:a16="http://schemas.microsoft.com/office/drawing/2014/main" id="{ECAC5341-D6B1-80FC-0033-56A3908388F9}"/>
                </a:ext>
              </a:extLst>
            </p:cNvPr>
            <p:cNvGrpSpPr/>
            <p:nvPr/>
          </p:nvGrpSpPr>
          <p:grpSpPr>
            <a:xfrm>
              <a:off x="3943353" y="601305"/>
              <a:ext cx="2407052" cy="6516863"/>
              <a:chOff x="5954745" y="2799818"/>
              <a:chExt cx="1423938" cy="3855176"/>
            </a:xfrm>
            <a:effectLst/>
          </p:grpSpPr>
          <p:pic>
            <p:nvPicPr>
              <p:cNvPr id="113" name="図 112">
                <a:extLst>
                  <a:ext uri="{FF2B5EF4-FFF2-40B4-BE49-F238E27FC236}">
                    <a16:creationId xmlns:a16="http://schemas.microsoft.com/office/drawing/2014/main" id="{513655A6-5C94-8799-117C-5A8219D687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alphaModFix amt="3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173" t="12256" r="40934" b="12322"/>
              <a:stretch>
                <a:fillRect/>
              </a:stretch>
            </p:blipFill>
            <p:spPr>
              <a:xfrm>
                <a:off x="5954745" y="2799818"/>
                <a:ext cx="1423938" cy="3855176"/>
              </a:xfrm>
              <a:prstGeom prst="rect">
                <a:avLst/>
              </a:prstGeom>
              <a:effectLst/>
            </p:spPr>
          </p:pic>
          <p:grpSp>
            <p:nvGrpSpPr>
              <p:cNvPr id="114" name="グループ化 113">
                <a:extLst>
                  <a:ext uri="{FF2B5EF4-FFF2-40B4-BE49-F238E27FC236}">
                    <a16:creationId xmlns:a16="http://schemas.microsoft.com/office/drawing/2014/main" id="{629525B8-8F84-47B2-ABF2-515C8BC74D39}"/>
                  </a:ext>
                </a:extLst>
              </p:cNvPr>
              <p:cNvGrpSpPr/>
              <p:nvPr/>
            </p:nvGrpSpPr>
            <p:grpSpPr>
              <a:xfrm>
                <a:off x="6447569" y="3553775"/>
                <a:ext cx="643586" cy="248470"/>
                <a:chOff x="6441219" y="3553775"/>
                <a:chExt cx="643586" cy="248470"/>
              </a:xfrm>
            </p:grpSpPr>
            <p:sp>
              <p:nvSpPr>
                <p:cNvPr id="115" name="月 114">
                  <a:extLst>
                    <a:ext uri="{FF2B5EF4-FFF2-40B4-BE49-F238E27FC236}">
                      <a16:creationId xmlns:a16="http://schemas.microsoft.com/office/drawing/2014/main" id="{F3D2A245-0F9B-9F60-7FF8-452985BF7B4A}"/>
                    </a:ext>
                  </a:extLst>
                </p:cNvPr>
                <p:cNvSpPr/>
                <p:nvPr/>
              </p:nvSpPr>
              <p:spPr>
                <a:xfrm rot="16200000">
                  <a:off x="6682354" y="3399795"/>
                  <a:ext cx="161315" cy="643586"/>
                </a:xfrm>
                <a:prstGeom prst="moon">
                  <a:avLst>
                    <a:gd name="adj" fmla="val 21507"/>
                  </a:avLst>
                </a:prstGeom>
                <a:solidFill>
                  <a:schemeClr val="bg1">
                    <a:lumMod val="95000"/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16" name="二等辺三角形 115">
                  <a:extLst>
                    <a:ext uri="{FF2B5EF4-FFF2-40B4-BE49-F238E27FC236}">
                      <a16:creationId xmlns:a16="http://schemas.microsoft.com/office/drawing/2014/main" id="{DBE13860-4745-2DF3-479F-B3FC5071C5DC}"/>
                    </a:ext>
                  </a:extLst>
                </p:cNvPr>
                <p:cNvSpPr/>
                <p:nvPr/>
              </p:nvSpPr>
              <p:spPr>
                <a:xfrm>
                  <a:off x="6637244" y="3553775"/>
                  <a:ext cx="251534" cy="216840"/>
                </a:xfrm>
                <a:prstGeom prst="triangle">
                  <a:avLst/>
                </a:prstGeom>
                <a:solidFill>
                  <a:schemeClr val="bg1">
                    <a:lumMod val="95000"/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  <p:grpSp>
        <p:nvGrpSpPr>
          <p:cNvPr id="118" name="グループ化 117">
            <a:extLst>
              <a:ext uri="{FF2B5EF4-FFF2-40B4-BE49-F238E27FC236}">
                <a16:creationId xmlns:a16="http://schemas.microsoft.com/office/drawing/2014/main" id="{7D1CDC45-3B8B-8084-9892-5D8B68EFCFC7}"/>
              </a:ext>
            </a:extLst>
          </p:cNvPr>
          <p:cNvGrpSpPr/>
          <p:nvPr/>
        </p:nvGrpSpPr>
        <p:grpSpPr>
          <a:xfrm rot="19975087">
            <a:off x="8162606" y="3279068"/>
            <a:ext cx="1153359" cy="3122609"/>
            <a:chOff x="2599703" y="2603643"/>
            <a:chExt cx="1153359" cy="3122609"/>
          </a:xfrm>
        </p:grpSpPr>
        <p:pic>
          <p:nvPicPr>
            <p:cNvPr id="119" name="図 118">
              <a:extLst>
                <a:ext uri="{FF2B5EF4-FFF2-40B4-BE49-F238E27FC236}">
                  <a16:creationId xmlns:a16="http://schemas.microsoft.com/office/drawing/2014/main" id="{D370E8B4-C905-B2F1-ABAA-04C2800FC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3">
                  <a:tint val="45000"/>
                  <a:satMod val="400000"/>
                </a:schemeClr>
              </a:duotone>
              <a:alphaModFix amt="6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173" t="12256" r="40934" b="12322"/>
            <a:stretch>
              <a:fillRect/>
            </a:stretch>
          </p:blipFill>
          <p:spPr>
            <a:xfrm rot="766959">
              <a:off x="2599703" y="2603643"/>
              <a:ext cx="1153359" cy="3122609"/>
            </a:xfrm>
            <a:prstGeom prst="rect">
              <a:avLst/>
            </a:prstGeom>
            <a:effectLst>
              <a:glow rad="38100">
                <a:schemeClr val="bg1">
                  <a:lumMod val="95000"/>
                  <a:alpha val="50000"/>
                </a:schemeClr>
              </a:glow>
            </a:effectLst>
          </p:spPr>
        </p:pic>
        <p:grpSp>
          <p:nvGrpSpPr>
            <p:cNvPr id="120" name="グループ化 119">
              <a:extLst>
                <a:ext uri="{FF2B5EF4-FFF2-40B4-BE49-F238E27FC236}">
                  <a16:creationId xmlns:a16="http://schemas.microsoft.com/office/drawing/2014/main" id="{0182534E-A3BF-21C9-8A37-8174F7EFB94C}"/>
                </a:ext>
              </a:extLst>
            </p:cNvPr>
            <p:cNvGrpSpPr/>
            <p:nvPr/>
          </p:nvGrpSpPr>
          <p:grpSpPr>
            <a:xfrm rot="766959">
              <a:off x="3184882" y="3253793"/>
              <a:ext cx="521291" cy="201255"/>
              <a:chOff x="6441219" y="3553775"/>
              <a:chExt cx="643586" cy="248470"/>
            </a:xfrm>
            <a:solidFill>
              <a:schemeClr val="bg1">
                <a:lumMod val="95000"/>
                <a:alpha val="75000"/>
              </a:schemeClr>
            </a:solidFill>
          </p:grpSpPr>
          <p:sp>
            <p:nvSpPr>
              <p:cNvPr id="121" name="月 120">
                <a:extLst>
                  <a:ext uri="{FF2B5EF4-FFF2-40B4-BE49-F238E27FC236}">
                    <a16:creationId xmlns:a16="http://schemas.microsoft.com/office/drawing/2014/main" id="{1FE07628-EBC6-6C18-5A5E-B21EDA567E70}"/>
                  </a:ext>
                </a:extLst>
              </p:cNvPr>
              <p:cNvSpPr/>
              <p:nvPr/>
            </p:nvSpPr>
            <p:spPr>
              <a:xfrm rot="16200000">
                <a:off x="6682354" y="3399795"/>
                <a:ext cx="161315" cy="643586"/>
              </a:xfrm>
              <a:prstGeom prst="moon">
                <a:avLst>
                  <a:gd name="adj" fmla="val 2150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2" name="二等辺三角形 121">
                <a:extLst>
                  <a:ext uri="{FF2B5EF4-FFF2-40B4-BE49-F238E27FC236}">
                    <a16:creationId xmlns:a16="http://schemas.microsoft.com/office/drawing/2014/main" id="{FB1BADA7-0FF7-A7BC-F93D-C8C852A4A810}"/>
                  </a:ext>
                </a:extLst>
              </p:cNvPr>
              <p:cNvSpPr/>
              <p:nvPr/>
            </p:nvSpPr>
            <p:spPr>
              <a:xfrm>
                <a:off x="6637244" y="3553775"/>
                <a:ext cx="251534" cy="21684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23" name="グループ化 122">
            <a:extLst>
              <a:ext uri="{FF2B5EF4-FFF2-40B4-BE49-F238E27FC236}">
                <a16:creationId xmlns:a16="http://schemas.microsoft.com/office/drawing/2014/main" id="{EEB4DD59-EB27-DDEE-88FF-AF6484162CDA}"/>
              </a:ext>
            </a:extLst>
          </p:cNvPr>
          <p:cNvGrpSpPr/>
          <p:nvPr/>
        </p:nvGrpSpPr>
        <p:grpSpPr>
          <a:xfrm rot="21291818">
            <a:off x="8169237" y="840813"/>
            <a:ext cx="803791" cy="2176186"/>
            <a:chOff x="2599703" y="2603643"/>
            <a:chExt cx="1153359" cy="3122609"/>
          </a:xfrm>
        </p:grpSpPr>
        <p:pic>
          <p:nvPicPr>
            <p:cNvPr id="124" name="図 123">
              <a:extLst>
                <a:ext uri="{FF2B5EF4-FFF2-40B4-BE49-F238E27FC236}">
                  <a16:creationId xmlns:a16="http://schemas.microsoft.com/office/drawing/2014/main" id="{D15B9964-EE9A-16F3-EB56-D12C5E638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3">
                  <a:tint val="45000"/>
                  <a:satMod val="400000"/>
                </a:schemeClr>
              </a:duotone>
              <a:alphaModFix amt="6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173" t="12256" r="40934" b="12322"/>
            <a:stretch>
              <a:fillRect/>
            </a:stretch>
          </p:blipFill>
          <p:spPr>
            <a:xfrm rot="766959">
              <a:off x="2599703" y="2603643"/>
              <a:ext cx="1153359" cy="3122609"/>
            </a:xfrm>
            <a:prstGeom prst="rect">
              <a:avLst/>
            </a:prstGeom>
            <a:effectLst>
              <a:glow rad="38100">
                <a:schemeClr val="bg1">
                  <a:lumMod val="95000"/>
                  <a:alpha val="50000"/>
                </a:schemeClr>
              </a:glow>
            </a:effectLst>
          </p:spPr>
        </p:pic>
        <p:grpSp>
          <p:nvGrpSpPr>
            <p:cNvPr id="125" name="グループ化 124">
              <a:extLst>
                <a:ext uri="{FF2B5EF4-FFF2-40B4-BE49-F238E27FC236}">
                  <a16:creationId xmlns:a16="http://schemas.microsoft.com/office/drawing/2014/main" id="{4E6B15C4-6F83-FF07-D5FE-680959A5EBB7}"/>
                </a:ext>
              </a:extLst>
            </p:cNvPr>
            <p:cNvGrpSpPr/>
            <p:nvPr/>
          </p:nvGrpSpPr>
          <p:grpSpPr>
            <a:xfrm rot="766959">
              <a:off x="3184882" y="3253793"/>
              <a:ext cx="521291" cy="201255"/>
              <a:chOff x="6441219" y="3553775"/>
              <a:chExt cx="643586" cy="248470"/>
            </a:xfrm>
            <a:solidFill>
              <a:schemeClr val="bg1">
                <a:lumMod val="95000"/>
                <a:alpha val="75000"/>
              </a:schemeClr>
            </a:solidFill>
          </p:grpSpPr>
          <p:sp>
            <p:nvSpPr>
              <p:cNvPr id="126" name="月 125">
                <a:extLst>
                  <a:ext uri="{FF2B5EF4-FFF2-40B4-BE49-F238E27FC236}">
                    <a16:creationId xmlns:a16="http://schemas.microsoft.com/office/drawing/2014/main" id="{2403FD33-69D9-C9E7-9BD4-F304F7F4B291}"/>
                  </a:ext>
                </a:extLst>
              </p:cNvPr>
              <p:cNvSpPr/>
              <p:nvPr/>
            </p:nvSpPr>
            <p:spPr>
              <a:xfrm rot="16200000">
                <a:off x="6682354" y="3399795"/>
                <a:ext cx="161315" cy="643586"/>
              </a:xfrm>
              <a:prstGeom prst="moon">
                <a:avLst>
                  <a:gd name="adj" fmla="val 2150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7" name="二等辺三角形 126">
                <a:extLst>
                  <a:ext uri="{FF2B5EF4-FFF2-40B4-BE49-F238E27FC236}">
                    <a16:creationId xmlns:a16="http://schemas.microsoft.com/office/drawing/2014/main" id="{19D65E36-3FBC-FB20-EEF7-15EFCB43D3B7}"/>
                  </a:ext>
                </a:extLst>
              </p:cNvPr>
              <p:cNvSpPr/>
              <p:nvPr/>
            </p:nvSpPr>
            <p:spPr>
              <a:xfrm>
                <a:off x="6637244" y="3553775"/>
                <a:ext cx="251534" cy="21684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33A9F52-6C5E-5E16-494F-F7267158731D}"/>
              </a:ext>
            </a:extLst>
          </p:cNvPr>
          <p:cNvGrpSpPr/>
          <p:nvPr/>
        </p:nvGrpSpPr>
        <p:grpSpPr>
          <a:xfrm>
            <a:off x="5252626" y="2253682"/>
            <a:ext cx="1333153" cy="2394160"/>
            <a:chOff x="3135086" y="3171564"/>
            <a:chExt cx="1220189" cy="2191292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0E6599F-CAB4-D816-7708-262725BEBF75}"/>
                </a:ext>
              </a:extLst>
            </p:cNvPr>
            <p:cNvSpPr/>
            <p:nvPr/>
          </p:nvSpPr>
          <p:spPr>
            <a:xfrm>
              <a:off x="3135086" y="3171564"/>
              <a:ext cx="1220189" cy="21912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88900" cmpd="thickThin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9B21510-361A-2E3B-7DE1-3E348792CF26}"/>
                </a:ext>
              </a:extLst>
            </p:cNvPr>
            <p:cNvSpPr txBox="1"/>
            <p:nvPr/>
          </p:nvSpPr>
          <p:spPr>
            <a:xfrm>
              <a:off x="3228591" y="3759379"/>
              <a:ext cx="1033183" cy="9296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6000">
                  <a:latin typeface="KaitouYokokuGothic Heavy" panose="020B0A00000000000000" pitchFamily="34" charset="0"/>
                  <a:ea typeface="KaitouYokokuGothic Heavy" panose="020B0A00000000000000" pitchFamily="34" charset="0"/>
                </a:rPr>
                <a:t>滅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83EB4F5D-5D17-1403-3DF7-89A29BC54536}"/>
              </a:ext>
            </a:extLst>
          </p:cNvPr>
          <p:cNvGrpSpPr/>
          <p:nvPr/>
        </p:nvGrpSpPr>
        <p:grpSpPr>
          <a:xfrm rot="995945">
            <a:off x="8273861" y="2207854"/>
            <a:ext cx="1090201" cy="1957852"/>
            <a:chOff x="3135086" y="3171564"/>
            <a:chExt cx="1220189" cy="2191292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5FBD2DC7-8D6F-0FAC-3A47-3C4C2F115D2B}"/>
                </a:ext>
              </a:extLst>
            </p:cNvPr>
            <p:cNvSpPr/>
            <p:nvPr/>
          </p:nvSpPr>
          <p:spPr>
            <a:xfrm>
              <a:off x="3135086" y="3171564"/>
              <a:ext cx="1220189" cy="21912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88900" cmpd="thickThin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1069B3DF-3D5C-3191-1678-FE6D51347D51}"/>
                </a:ext>
              </a:extLst>
            </p:cNvPr>
            <p:cNvSpPr txBox="1"/>
            <p:nvPr/>
          </p:nvSpPr>
          <p:spPr>
            <a:xfrm>
              <a:off x="3219320" y="3802170"/>
              <a:ext cx="1051720" cy="930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4800">
                  <a:latin typeface="KaitouYokokuGothic Heavy" panose="020B0A00000000000000" pitchFamily="34" charset="0"/>
                  <a:ea typeface="KaitouYokokuGothic Heavy" panose="020B0A00000000000000" pitchFamily="34" charset="0"/>
                </a:rPr>
                <a:t>滅</a:t>
              </a:r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4A674CB0-2774-3BFC-E549-E1C5CB006567}"/>
              </a:ext>
            </a:extLst>
          </p:cNvPr>
          <p:cNvGrpSpPr/>
          <p:nvPr/>
        </p:nvGrpSpPr>
        <p:grpSpPr>
          <a:xfrm rot="20777117">
            <a:off x="2029876" y="2643559"/>
            <a:ext cx="1090201" cy="1957852"/>
            <a:chOff x="3135086" y="3171564"/>
            <a:chExt cx="1220189" cy="219129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0E9A0A69-471A-028B-53E2-3E023D45F435}"/>
                </a:ext>
              </a:extLst>
            </p:cNvPr>
            <p:cNvSpPr/>
            <p:nvPr/>
          </p:nvSpPr>
          <p:spPr>
            <a:xfrm>
              <a:off x="3135086" y="3171564"/>
              <a:ext cx="1220189" cy="21912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88900" cmpd="thickThin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1D99BEC-557D-17BA-5A8F-D0A9AF49D357}"/>
                </a:ext>
              </a:extLst>
            </p:cNvPr>
            <p:cNvSpPr txBox="1"/>
            <p:nvPr/>
          </p:nvSpPr>
          <p:spPr>
            <a:xfrm>
              <a:off x="3219319" y="3802171"/>
              <a:ext cx="1051720" cy="930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4800">
                  <a:latin typeface="KaitouYokokuGothic Heavy" panose="020B0A00000000000000" pitchFamily="34" charset="0"/>
                  <a:ea typeface="KaitouYokokuGothic Heavy" panose="020B0A00000000000000" pitchFamily="34" charset="0"/>
                </a:rPr>
                <a:t>滅</a:t>
              </a:r>
            </a:p>
          </p:txBody>
        </p:sp>
      </p:grp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E903E391-1ED7-A416-04D8-59618D4EB3CB}"/>
              </a:ext>
            </a:extLst>
          </p:cNvPr>
          <p:cNvGrpSpPr/>
          <p:nvPr/>
        </p:nvGrpSpPr>
        <p:grpSpPr>
          <a:xfrm>
            <a:off x="0" y="2460949"/>
            <a:ext cx="12192000" cy="1936102"/>
            <a:chOff x="0" y="2460949"/>
            <a:chExt cx="12192000" cy="193610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228A0F3-F210-0AAD-5941-05621678FA7E}"/>
                </a:ext>
              </a:extLst>
            </p:cNvPr>
            <p:cNvSpPr/>
            <p:nvPr/>
          </p:nvSpPr>
          <p:spPr>
            <a:xfrm>
              <a:off x="0" y="2460949"/>
              <a:ext cx="12192000" cy="1936102"/>
            </a:xfrm>
            <a:prstGeom prst="rect">
              <a:avLst/>
            </a:prstGeom>
            <a:solidFill>
              <a:schemeClr val="accent3">
                <a:lumMod val="75000"/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テキスト ボックス 130">
              <a:extLst>
                <a:ext uri="{FF2B5EF4-FFF2-40B4-BE49-F238E27FC236}">
                  <a16:creationId xmlns:a16="http://schemas.microsoft.com/office/drawing/2014/main" id="{7E53A51C-407F-DC33-787B-3013C5BF1F0E}"/>
                </a:ext>
              </a:extLst>
            </p:cNvPr>
            <p:cNvSpPr txBox="1"/>
            <p:nvPr/>
          </p:nvSpPr>
          <p:spPr>
            <a:xfrm>
              <a:off x="1694796" y="2650394"/>
              <a:ext cx="8802411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sz="9600"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ジュツシの勝利</a:t>
              </a:r>
              <a:endPara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9198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7A1B7-8D21-72F9-0FFF-E0C70ED66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1CA82F2-53E9-F671-18CE-21FD594B10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1A85735-8F3A-0E0A-250A-51C907B8B343}"/>
              </a:ext>
            </a:extLst>
          </p:cNvPr>
          <p:cNvSpPr/>
          <p:nvPr/>
        </p:nvSpPr>
        <p:spPr>
          <a:xfrm>
            <a:off x="0" y="2460949"/>
            <a:ext cx="12192000" cy="1936102"/>
          </a:xfrm>
          <a:prstGeom prst="rect">
            <a:avLst/>
          </a:prstGeom>
          <a:solidFill>
            <a:srgbClr val="B47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5C4C98C-CAAA-7FEC-D254-CFFFE2A2DE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5653760D-3A57-D44B-EF2B-553C1CD8795C}"/>
              </a:ext>
            </a:extLst>
          </p:cNvPr>
          <p:cNvGrpSpPr/>
          <p:nvPr/>
        </p:nvGrpSpPr>
        <p:grpSpPr>
          <a:xfrm>
            <a:off x="2776776" y="-1651048"/>
            <a:ext cx="5912206" cy="14750904"/>
            <a:chOff x="2953758" y="-1651048"/>
            <a:chExt cx="5912206" cy="14750904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F0BED242-98E4-9AB1-E159-31D0D8A55D2E}"/>
                </a:ext>
              </a:extLst>
            </p:cNvPr>
            <p:cNvGrpSpPr/>
            <p:nvPr/>
          </p:nvGrpSpPr>
          <p:grpSpPr>
            <a:xfrm>
              <a:off x="3187374" y="-1607723"/>
              <a:ext cx="5416352" cy="14664254"/>
              <a:chOff x="5954745" y="2799818"/>
              <a:chExt cx="1423938" cy="3855176"/>
            </a:xfrm>
          </p:grpSpPr>
          <p:pic>
            <p:nvPicPr>
              <p:cNvPr id="57" name="図 56">
                <a:extLst>
                  <a:ext uri="{FF2B5EF4-FFF2-40B4-BE49-F238E27FC236}">
                    <a16:creationId xmlns:a16="http://schemas.microsoft.com/office/drawing/2014/main" id="{D8283D58-3BB0-0DBE-7175-A0401DE2B7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alphaModFix amt="6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173" t="12256" r="40934" b="12322"/>
              <a:stretch>
                <a:fillRect/>
              </a:stretch>
            </p:blipFill>
            <p:spPr>
              <a:xfrm>
                <a:off x="5954745" y="2799818"/>
                <a:ext cx="1423938" cy="3855176"/>
              </a:xfrm>
              <a:prstGeom prst="rect">
                <a:avLst/>
              </a:prstGeom>
              <a:effectLst>
                <a:glow rad="38100">
                  <a:schemeClr val="bg1">
                    <a:lumMod val="95000"/>
                    <a:alpha val="65000"/>
                  </a:schemeClr>
                </a:glow>
              </a:effectLst>
            </p:spPr>
          </p:pic>
          <p:grpSp>
            <p:nvGrpSpPr>
              <p:cNvPr id="58" name="グループ化 57">
                <a:extLst>
                  <a:ext uri="{FF2B5EF4-FFF2-40B4-BE49-F238E27FC236}">
                    <a16:creationId xmlns:a16="http://schemas.microsoft.com/office/drawing/2014/main" id="{32B37064-7D14-B567-9C2F-533CCEE86D85}"/>
                  </a:ext>
                </a:extLst>
              </p:cNvPr>
              <p:cNvGrpSpPr/>
              <p:nvPr/>
            </p:nvGrpSpPr>
            <p:grpSpPr>
              <a:xfrm>
                <a:off x="6447569" y="3553775"/>
                <a:ext cx="643586" cy="248470"/>
                <a:chOff x="6441219" y="3553775"/>
                <a:chExt cx="643586" cy="248470"/>
              </a:xfrm>
            </p:grpSpPr>
            <p:sp>
              <p:nvSpPr>
                <p:cNvPr id="59" name="月 58">
                  <a:extLst>
                    <a:ext uri="{FF2B5EF4-FFF2-40B4-BE49-F238E27FC236}">
                      <a16:creationId xmlns:a16="http://schemas.microsoft.com/office/drawing/2014/main" id="{E03B6702-73A1-04E7-F73C-A2AE8E53E2A0}"/>
                    </a:ext>
                  </a:extLst>
                </p:cNvPr>
                <p:cNvSpPr/>
                <p:nvPr/>
              </p:nvSpPr>
              <p:spPr>
                <a:xfrm rot="16200000">
                  <a:off x="6682354" y="3399795"/>
                  <a:ext cx="161315" cy="643586"/>
                </a:xfrm>
                <a:prstGeom prst="moon">
                  <a:avLst>
                    <a:gd name="adj" fmla="val 2150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0" name="二等辺三角形 59">
                  <a:extLst>
                    <a:ext uri="{FF2B5EF4-FFF2-40B4-BE49-F238E27FC236}">
                      <a16:creationId xmlns:a16="http://schemas.microsoft.com/office/drawing/2014/main" id="{8257AE98-93F3-3367-ECBD-BC5D18C6A951}"/>
                    </a:ext>
                  </a:extLst>
                </p:cNvPr>
                <p:cNvSpPr/>
                <p:nvPr/>
              </p:nvSpPr>
              <p:spPr>
                <a:xfrm>
                  <a:off x="6637244" y="3553775"/>
                  <a:ext cx="251534" cy="216840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9F79605F-ABC4-D3C8-33DD-A94591477DA7}"/>
                </a:ext>
              </a:extLst>
            </p:cNvPr>
            <p:cNvGrpSpPr/>
            <p:nvPr/>
          </p:nvGrpSpPr>
          <p:grpSpPr>
            <a:xfrm>
              <a:off x="3449612" y="-1564398"/>
              <a:ext cx="5416352" cy="14664254"/>
              <a:chOff x="5954745" y="2799818"/>
              <a:chExt cx="1423938" cy="3855176"/>
            </a:xfrm>
            <a:effectLst/>
          </p:grpSpPr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C782FCCF-9823-D6E3-866D-80C1AC9B26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alphaModFix amt="3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173" t="12256" r="40934" b="12322"/>
              <a:stretch>
                <a:fillRect/>
              </a:stretch>
            </p:blipFill>
            <p:spPr>
              <a:xfrm>
                <a:off x="5954745" y="2799818"/>
                <a:ext cx="1423938" cy="3855176"/>
              </a:xfrm>
              <a:prstGeom prst="rect">
                <a:avLst/>
              </a:prstGeom>
              <a:effectLst/>
            </p:spPr>
          </p:pic>
          <p:grpSp>
            <p:nvGrpSpPr>
              <p:cNvPr id="54" name="グループ化 53">
                <a:extLst>
                  <a:ext uri="{FF2B5EF4-FFF2-40B4-BE49-F238E27FC236}">
                    <a16:creationId xmlns:a16="http://schemas.microsoft.com/office/drawing/2014/main" id="{932E15ED-ACDE-3BCE-E546-A2AD5C44A4BC}"/>
                  </a:ext>
                </a:extLst>
              </p:cNvPr>
              <p:cNvGrpSpPr/>
              <p:nvPr/>
            </p:nvGrpSpPr>
            <p:grpSpPr>
              <a:xfrm>
                <a:off x="6447569" y="3553775"/>
                <a:ext cx="643586" cy="248470"/>
                <a:chOff x="6441219" y="3553775"/>
                <a:chExt cx="643586" cy="248470"/>
              </a:xfrm>
            </p:grpSpPr>
            <p:sp>
              <p:nvSpPr>
                <p:cNvPr id="55" name="月 54">
                  <a:extLst>
                    <a:ext uri="{FF2B5EF4-FFF2-40B4-BE49-F238E27FC236}">
                      <a16:creationId xmlns:a16="http://schemas.microsoft.com/office/drawing/2014/main" id="{0931C3A7-057F-C82D-28C4-36FBBA6AEBF7}"/>
                    </a:ext>
                  </a:extLst>
                </p:cNvPr>
                <p:cNvSpPr/>
                <p:nvPr/>
              </p:nvSpPr>
              <p:spPr>
                <a:xfrm rot="16200000">
                  <a:off x="6682354" y="3399795"/>
                  <a:ext cx="161315" cy="643586"/>
                </a:xfrm>
                <a:prstGeom prst="moon">
                  <a:avLst>
                    <a:gd name="adj" fmla="val 21507"/>
                  </a:avLst>
                </a:prstGeom>
                <a:solidFill>
                  <a:schemeClr val="bg1">
                    <a:lumMod val="95000"/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6" name="二等辺三角形 55">
                  <a:extLst>
                    <a:ext uri="{FF2B5EF4-FFF2-40B4-BE49-F238E27FC236}">
                      <a16:creationId xmlns:a16="http://schemas.microsoft.com/office/drawing/2014/main" id="{A366AE22-AE72-73C3-646A-3B00A09BBAD8}"/>
                    </a:ext>
                  </a:extLst>
                </p:cNvPr>
                <p:cNvSpPr/>
                <p:nvPr/>
              </p:nvSpPr>
              <p:spPr>
                <a:xfrm>
                  <a:off x="6637244" y="3553775"/>
                  <a:ext cx="251534" cy="216840"/>
                </a:xfrm>
                <a:prstGeom prst="triangle">
                  <a:avLst/>
                </a:prstGeom>
                <a:solidFill>
                  <a:schemeClr val="bg1">
                    <a:lumMod val="95000"/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37AA2E67-C224-9DD3-33B0-80E920095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3">
                  <a:tint val="45000"/>
                  <a:satMod val="400000"/>
                </a:schemeClr>
              </a:duotone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173" t="12256" r="40934" b="12322"/>
            <a:stretch>
              <a:fillRect/>
            </a:stretch>
          </p:blipFill>
          <p:spPr>
            <a:xfrm>
              <a:off x="2953758" y="-1651048"/>
              <a:ext cx="5416352" cy="14664253"/>
            </a:xfrm>
            <a:prstGeom prst="rect">
              <a:avLst/>
            </a:prstGeom>
            <a:effectLst/>
          </p:spPr>
        </p:pic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6004930C-7EC4-7C4A-1A47-211FE8BF9321}"/>
                </a:ext>
              </a:extLst>
            </p:cNvPr>
            <p:cNvGrpSpPr/>
            <p:nvPr/>
          </p:nvGrpSpPr>
          <p:grpSpPr>
            <a:xfrm>
              <a:off x="4828354" y="1216841"/>
              <a:ext cx="2448062" cy="945126"/>
              <a:chOff x="6441219" y="3553775"/>
              <a:chExt cx="643586" cy="248470"/>
            </a:xfrm>
          </p:grpSpPr>
          <p:sp>
            <p:nvSpPr>
              <p:cNvPr id="51" name="月 50">
                <a:extLst>
                  <a:ext uri="{FF2B5EF4-FFF2-40B4-BE49-F238E27FC236}">
                    <a16:creationId xmlns:a16="http://schemas.microsoft.com/office/drawing/2014/main" id="{5A4F5815-C082-A5E5-BBA5-FD67F1754AE2}"/>
                  </a:ext>
                </a:extLst>
              </p:cNvPr>
              <p:cNvSpPr/>
              <p:nvPr/>
            </p:nvSpPr>
            <p:spPr>
              <a:xfrm rot="16200000">
                <a:off x="6682354" y="3399795"/>
                <a:ext cx="161315" cy="643586"/>
              </a:xfrm>
              <a:prstGeom prst="moon">
                <a:avLst>
                  <a:gd name="adj" fmla="val 21507"/>
                </a:avLst>
              </a:prstGeom>
              <a:solidFill>
                <a:schemeClr val="bg1">
                  <a:lumMod val="9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2" name="二等辺三角形 51">
                <a:extLst>
                  <a:ext uri="{FF2B5EF4-FFF2-40B4-BE49-F238E27FC236}">
                    <a16:creationId xmlns:a16="http://schemas.microsoft.com/office/drawing/2014/main" id="{1E6BE8E4-1E8D-DD19-54AC-37A74CA61630}"/>
                  </a:ext>
                </a:extLst>
              </p:cNvPr>
              <p:cNvSpPr/>
              <p:nvPr/>
            </p:nvSpPr>
            <p:spPr>
              <a:xfrm>
                <a:off x="6637244" y="3553775"/>
                <a:ext cx="251534" cy="216840"/>
              </a:xfrm>
              <a:prstGeom prst="triangle">
                <a:avLst/>
              </a:prstGeom>
              <a:solidFill>
                <a:schemeClr val="bg1">
                  <a:lumMod val="9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69AEE5D-865A-A953-92CA-DD36E5A68BFA}"/>
              </a:ext>
            </a:extLst>
          </p:cNvPr>
          <p:cNvSpPr/>
          <p:nvPr/>
        </p:nvSpPr>
        <p:spPr>
          <a:xfrm>
            <a:off x="0" y="4604074"/>
            <a:ext cx="12192000" cy="1936102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ADD8E8B-2D23-CF83-DAFD-4B85F4087698}"/>
              </a:ext>
            </a:extLst>
          </p:cNvPr>
          <p:cNvSpPr txBox="1"/>
          <p:nvPr/>
        </p:nvSpPr>
        <p:spPr>
          <a:xfrm>
            <a:off x="477886" y="5075611"/>
            <a:ext cx="20556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3200">
                <a:solidFill>
                  <a:schemeClr val="bg1">
                    <a:lumMod val="95000"/>
                  </a:schemeClr>
                </a:solidFill>
                <a:latin typeface="クラフト明朝" panose="02000700000000000000" pitchFamily="50" charset="-128"/>
                <a:ea typeface="クラフト明朝" panose="02000700000000000000" pitchFamily="50" charset="-128"/>
              </a:rPr>
              <a:t>滅却</a:t>
            </a:r>
            <a:r>
              <a:rPr kumimoji="1" lang="ja-JP" altLang="en-US" sz="3200">
                <a:solidFill>
                  <a:schemeClr val="bg1">
                    <a:lumMod val="95000"/>
                  </a:schemeClr>
                </a:solidFill>
                <a:latin typeface="クラフト明朝" panose="02000700000000000000" pitchFamily="50" charset="-128"/>
                <a:ea typeface="クラフト明朝" panose="02000700000000000000" pitchFamily="50" charset="-128"/>
              </a:rPr>
              <a:t>成功</a:t>
            </a:r>
            <a:br>
              <a:rPr kumimoji="1" lang="en-US" altLang="ja-JP" sz="3200">
                <a:solidFill>
                  <a:schemeClr val="bg1">
                    <a:lumMod val="95000"/>
                  </a:schemeClr>
                </a:solidFill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lang="ja-JP" altLang="en-US" sz="3200">
                <a:solidFill>
                  <a:schemeClr val="bg1">
                    <a:lumMod val="95000"/>
                  </a:schemeClr>
                </a:solidFill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リザルト</a:t>
            </a:r>
            <a:endParaRPr kumimoji="1" lang="ja-JP" altLang="en-US" sz="3200">
              <a:solidFill>
                <a:schemeClr val="bg1">
                  <a:lumMod val="95000"/>
                </a:schemeClr>
              </a:solidFill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F5BF5DE9-FB24-A22F-B6C0-7C7F63976755}"/>
              </a:ext>
            </a:extLst>
          </p:cNvPr>
          <p:cNvGrpSpPr/>
          <p:nvPr/>
        </p:nvGrpSpPr>
        <p:grpSpPr>
          <a:xfrm>
            <a:off x="5060912" y="2366766"/>
            <a:ext cx="2055676" cy="482559"/>
            <a:chOff x="5071251" y="2066176"/>
            <a:chExt cx="2055676" cy="749898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BA077E77-44AB-A043-8C00-4A954B0A4FAE}"/>
                </a:ext>
              </a:extLst>
            </p:cNvPr>
            <p:cNvSpPr/>
            <p:nvPr/>
          </p:nvSpPr>
          <p:spPr>
            <a:xfrm rot="21588661">
              <a:off x="5199196" y="2104509"/>
              <a:ext cx="1793608" cy="711565"/>
            </a:xfrm>
            <a:prstGeom prst="rect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latin typeface="クラフト明朝" panose="02000700000000000000" pitchFamily="50" charset="-128"/>
                <a:ea typeface="クラフト明朝" panose="02000700000000000000" pitchFamily="50" charset="-128"/>
              </a:endParaRP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5B5BD873-CBA6-A82A-AB08-BBFA273D8A93}"/>
                </a:ext>
              </a:extLst>
            </p:cNvPr>
            <p:cNvSpPr txBox="1"/>
            <p:nvPr/>
          </p:nvSpPr>
          <p:spPr>
            <a:xfrm rot="47375">
              <a:off x="5071251" y="2066176"/>
              <a:ext cx="2055676" cy="717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2400">
                  <a:solidFill>
                    <a:schemeClr val="bg1">
                      <a:lumMod val="95000"/>
                    </a:schemeClr>
                  </a:solidFill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滅却成功</a:t>
              </a: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4A336644-7E7B-EF89-1CF9-75ED19B8E459}"/>
              </a:ext>
            </a:extLst>
          </p:cNvPr>
          <p:cNvGrpSpPr/>
          <p:nvPr/>
        </p:nvGrpSpPr>
        <p:grpSpPr>
          <a:xfrm>
            <a:off x="2283536" y="4885969"/>
            <a:ext cx="2055676" cy="1443689"/>
            <a:chOff x="2834044" y="4885969"/>
            <a:chExt cx="2055676" cy="1443689"/>
          </a:xfrm>
        </p:grpSpPr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AA60891E-0817-BC3E-EC7A-D313165F83E9}"/>
                </a:ext>
              </a:extLst>
            </p:cNvPr>
            <p:cNvSpPr/>
            <p:nvPr/>
          </p:nvSpPr>
          <p:spPr>
            <a:xfrm>
              <a:off x="3293075" y="5205800"/>
              <a:ext cx="1123858" cy="112385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六角形 2">
              <a:extLst>
                <a:ext uri="{FF2B5EF4-FFF2-40B4-BE49-F238E27FC236}">
                  <a16:creationId xmlns:a16="http://schemas.microsoft.com/office/drawing/2014/main" id="{E794A633-7A54-CCBC-BABF-8EF1EDE1D189}"/>
                </a:ext>
              </a:extLst>
            </p:cNvPr>
            <p:cNvSpPr/>
            <p:nvPr/>
          </p:nvSpPr>
          <p:spPr>
            <a:xfrm>
              <a:off x="3242026" y="4885969"/>
              <a:ext cx="1225957" cy="440951"/>
            </a:xfrm>
            <a:prstGeom prst="hexagon">
              <a:avLst/>
            </a:prstGeom>
            <a:solidFill>
              <a:srgbClr val="63C6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経験値</a:t>
              </a: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900A4124-82D8-56A6-89DA-0E9F4C822FFE}"/>
                </a:ext>
              </a:extLst>
            </p:cNvPr>
            <p:cNvSpPr txBox="1"/>
            <p:nvPr/>
          </p:nvSpPr>
          <p:spPr>
            <a:xfrm>
              <a:off x="2834044" y="5481118"/>
              <a:ext cx="205567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3200">
                  <a:solidFill>
                    <a:schemeClr val="tx1">
                      <a:lumMod val="85000"/>
                      <a:lumOff val="15000"/>
                    </a:schemeClr>
                  </a:solidFill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50</a:t>
              </a:r>
              <a:endParaRPr kumimoji="1" lang="ja-JP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クラフト明朝" panose="02000700000000000000" pitchFamily="50" charset="-128"/>
                <a:ea typeface="クラフト明朝" panose="02000700000000000000" pitchFamily="50" charset="-128"/>
              </a:endParaRPr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CA18DB8-5D11-ABCA-5F2E-6861B49D808A}"/>
              </a:ext>
            </a:extLst>
          </p:cNvPr>
          <p:cNvGrpSpPr/>
          <p:nvPr/>
        </p:nvGrpSpPr>
        <p:grpSpPr>
          <a:xfrm>
            <a:off x="4396161" y="5190404"/>
            <a:ext cx="2304333" cy="856317"/>
            <a:chOff x="4396161" y="5190404"/>
            <a:chExt cx="2304333" cy="856317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6C7B5425-5366-B140-04C1-BD762F9586F7}"/>
                </a:ext>
              </a:extLst>
            </p:cNvPr>
            <p:cNvGrpSpPr/>
            <p:nvPr/>
          </p:nvGrpSpPr>
          <p:grpSpPr>
            <a:xfrm>
              <a:off x="4989876" y="5240245"/>
              <a:ext cx="1710618" cy="739040"/>
              <a:chOff x="5316449" y="5240245"/>
              <a:chExt cx="1710618" cy="739040"/>
            </a:xfrm>
          </p:grpSpPr>
          <p:sp>
            <p:nvSpPr>
              <p:cNvPr id="10" name="四角形: 角を丸くする 9">
                <a:extLst>
                  <a:ext uri="{FF2B5EF4-FFF2-40B4-BE49-F238E27FC236}">
                    <a16:creationId xmlns:a16="http://schemas.microsoft.com/office/drawing/2014/main" id="{3FB63EB9-D4C8-86CA-DAB7-E451153A212F}"/>
                  </a:ext>
                </a:extLst>
              </p:cNvPr>
              <p:cNvSpPr/>
              <p:nvPr/>
            </p:nvSpPr>
            <p:spPr>
              <a:xfrm>
                <a:off x="5316449" y="5641159"/>
                <a:ext cx="1666767" cy="338126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  <a:alpha val="85000"/>
                </a:schemeClr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B1E5D1E-A4A2-C77A-B81B-BE03377DAA59}"/>
                  </a:ext>
                </a:extLst>
              </p:cNvPr>
              <p:cNvSpPr txBox="1"/>
              <p:nvPr/>
            </p:nvSpPr>
            <p:spPr>
              <a:xfrm>
                <a:off x="5476021" y="5240245"/>
                <a:ext cx="15510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ja-JP" altLang="en-US" sz="1800">
                    <a:solidFill>
                      <a:schemeClr val="bg1">
                        <a:lumMod val="95000"/>
                      </a:schemeClr>
                    </a:solidFill>
                    <a:latin typeface="クラフト明朝" panose="02000700000000000000" pitchFamily="50" charset="-128"/>
                    <a:ea typeface="クラフト明朝" panose="02000700000000000000" pitchFamily="50" charset="-128"/>
                  </a:rPr>
                  <a:t>ランク：</a:t>
                </a:r>
                <a:r>
                  <a:rPr kumimoji="1" lang="en-US" altLang="ja-JP" sz="1800">
                    <a:solidFill>
                      <a:schemeClr val="bg1">
                        <a:lumMod val="95000"/>
                      </a:schemeClr>
                    </a:solidFill>
                    <a:latin typeface="クラフト明朝" panose="02000700000000000000" pitchFamily="50" charset="-128"/>
                    <a:ea typeface="クラフト明朝" panose="02000700000000000000" pitchFamily="50" charset="-128"/>
                  </a:rPr>
                  <a:t>C</a:t>
                </a:r>
                <a:endParaRPr kumimoji="1" lang="ja-JP" altLang="en-US" sz="1800">
                  <a:solidFill>
                    <a:schemeClr val="bg1">
                      <a:lumMod val="95000"/>
                    </a:schemeClr>
                  </a:solidFill>
                  <a:latin typeface="クラフト明朝" panose="02000700000000000000" pitchFamily="50" charset="-128"/>
                  <a:ea typeface="クラフト明朝" panose="02000700000000000000" pitchFamily="50" charset="-128"/>
                </a:endParaRPr>
              </a:p>
            </p:txBody>
          </p:sp>
          <p:sp>
            <p:nvSpPr>
              <p:cNvPr id="27" name="四角形: 角を丸くする 26">
                <a:extLst>
                  <a:ext uri="{FF2B5EF4-FFF2-40B4-BE49-F238E27FC236}">
                    <a16:creationId xmlns:a16="http://schemas.microsoft.com/office/drawing/2014/main" id="{91DFBFFB-356F-3297-86D3-9953E0B404B7}"/>
                  </a:ext>
                </a:extLst>
              </p:cNvPr>
              <p:cNvSpPr/>
              <p:nvPr/>
            </p:nvSpPr>
            <p:spPr>
              <a:xfrm>
                <a:off x="5839358" y="5662011"/>
                <a:ext cx="854726" cy="296423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四角形: 角を丸くする 24">
                <a:extLst>
                  <a:ext uri="{FF2B5EF4-FFF2-40B4-BE49-F238E27FC236}">
                    <a16:creationId xmlns:a16="http://schemas.microsoft.com/office/drawing/2014/main" id="{C0854F96-50F5-93BD-E637-F68C2EFA944D}"/>
                  </a:ext>
                </a:extLst>
              </p:cNvPr>
              <p:cNvSpPr/>
              <p:nvPr/>
            </p:nvSpPr>
            <p:spPr>
              <a:xfrm>
                <a:off x="5415957" y="5662011"/>
                <a:ext cx="725755" cy="296423"/>
              </a:xfrm>
              <a:prstGeom prst="roundRect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5B23E67B-AE5A-79D4-E80F-0DC54A9EB3A4}"/>
                </a:ext>
              </a:extLst>
            </p:cNvPr>
            <p:cNvGrpSpPr/>
            <p:nvPr/>
          </p:nvGrpSpPr>
          <p:grpSpPr>
            <a:xfrm rot="765235">
              <a:off x="4396161" y="5190404"/>
              <a:ext cx="856317" cy="856317"/>
              <a:chOff x="1975681" y="3937390"/>
              <a:chExt cx="1007961" cy="1007961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5AEAE41E-A8F7-AF5D-AE48-D365F28428AE}"/>
                  </a:ext>
                </a:extLst>
              </p:cNvPr>
              <p:cNvSpPr/>
              <p:nvPr/>
            </p:nvSpPr>
            <p:spPr>
              <a:xfrm>
                <a:off x="2022462" y="3984171"/>
                <a:ext cx="914400" cy="91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6" name="図 15">
                <a:extLst>
                  <a:ext uri="{FF2B5EF4-FFF2-40B4-BE49-F238E27FC236}">
                    <a16:creationId xmlns:a16="http://schemas.microsoft.com/office/drawing/2014/main" id="{4DF40973-5507-1880-73E8-CA697BE217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75681" y="3937390"/>
                <a:ext cx="1007961" cy="1007961"/>
              </a:xfrm>
              <a:prstGeom prst="rect">
                <a:avLst/>
              </a:prstGeom>
            </p:spPr>
          </p:pic>
        </p:grp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90192A4F-84DE-E973-E62D-390A0C8ABC11}"/>
              </a:ext>
            </a:extLst>
          </p:cNvPr>
          <p:cNvGrpSpPr/>
          <p:nvPr/>
        </p:nvGrpSpPr>
        <p:grpSpPr>
          <a:xfrm>
            <a:off x="7448989" y="5240245"/>
            <a:ext cx="1710618" cy="739040"/>
            <a:chOff x="5316449" y="5240245"/>
            <a:chExt cx="1710618" cy="739040"/>
          </a:xfrm>
        </p:grpSpPr>
        <p:sp>
          <p:nvSpPr>
            <p:cNvPr id="30" name="四角形: 角を丸くする 29">
              <a:extLst>
                <a:ext uri="{FF2B5EF4-FFF2-40B4-BE49-F238E27FC236}">
                  <a16:creationId xmlns:a16="http://schemas.microsoft.com/office/drawing/2014/main" id="{57DCCCFB-33CB-98BF-96D6-A3710174D130}"/>
                </a:ext>
              </a:extLst>
            </p:cNvPr>
            <p:cNvSpPr/>
            <p:nvPr/>
          </p:nvSpPr>
          <p:spPr>
            <a:xfrm>
              <a:off x="5316449" y="5641159"/>
              <a:ext cx="1666767" cy="338126"/>
            </a:xfrm>
            <a:prstGeom prst="roundRect">
              <a:avLst/>
            </a:prstGeom>
            <a:solidFill>
              <a:schemeClr val="tx1">
                <a:lumMod val="85000"/>
                <a:lumOff val="15000"/>
                <a:alpha val="85000"/>
              </a:schemeClr>
            </a:solidFill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C51DA8C4-A67B-06D8-22E0-F26334AD4BC4}"/>
                </a:ext>
              </a:extLst>
            </p:cNvPr>
            <p:cNvSpPr txBox="1"/>
            <p:nvPr/>
          </p:nvSpPr>
          <p:spPr>
            <a:xfrm>
              <a:off x="5476021" y="5240245"/>
              <a:ext cx="15510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800">
                  <a:solidFill>
                    <a:schemeClr val="bg1">
                      <a:lumMod val="95000"/>
                    </a:schemeClr>
                  </a:solidFill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ランク：</a:t>
              </a:r>
              <a:r>
                <a:rPr kumimoji="1" lang="en-US" altLang="ja-JP" sz="1800">
                  <a:solidFill>
                    <a:schemeClr val="bg1">
                      <a:lumMod val="95000"/>
                    </a:schemeClr>
                  </a:solidFill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C</a:t>
              </a:r>
              <a:endParaRPr kumimoji="1" lang="ja-JP" altLang="en-US" sz="1800">
                <a:solidFill>
                  <a:schemeClr val="bg1">
                    <a:lumMod val="95000"/>
                  </a:schemeClr>
                </a:solidFill>
                <a:latin typeface="クラフト明朝" panose="02000700000000000000" pitchFamily="50" charset="-128"/>
                <a:ea typeface="クラフト明朝" panose="02000700000000000000" pitchFamily="50" charset="-128"/>
              </a:endParaRPr>
            </a:p>
          </p:txBody>
        </p:sp>
        <p:sp>
          <p:nvSpPr>
            <p:cNvPr id="32" name="四角形: 角を丸くする 31">
              <a:extLst>
                <a:ext uri="{FF2B5EF4-FFF2-40B4-BE49-F238E27FC236}">
                  <a16:creationId xmlns:a16="http://schemas.microsoft.com/office/drawing/2014/main" id="{3731C77E-11DB-B966-8887-AC299CACF0A6}"/>
                </a:ext>
              </a:extLst>
            </p:cNvPr>
            <p:cNvSpPr/>
            <p:nvPr/>
          </p:nvSpPr>
          <p:spPr>
            <a:xfrm>
              <a:off x="5839358" y="5662011"/>
              <a:ext cx="854726" cy="296423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四角形: 角を丸くする 32">
              <a:extLst>
                <a:ext uri="{FF2B5EF4-FFF2-40B4-BE49-F238E27FC236}">
                  <a16:creationId xmlns:a16="http://schemas.microsoft.com/office/drawing/2014/main" id="{E114576D-49F8-05AC-F91D-D169F5110389}"/>
                </a:ext>
              </a:extLst>
            </p:cNvPr>
            <p:cNvSpPr/>
            <p:nvPr/>
          </p:nvSpPr>
          <p:spPr>
            <a:xfrm>
              <a:off x="5415957" y="5662011"/>
              <a:ext cx="725755" cy="296423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11B5DACA-2400-B423-D99A-F12FA182018B}"/>
              </a:ext>
            </a:extLst>
          </p:cNvPr>
          <p:cNvGrpSpPr/>
          <p:nvPr/>
        </p:nvGrpSpPr>
        <p:grpSpPr>
          <a:xfrm>
            <a:off x="6900429" y="5230146"/>
            <a:ext cx="776832" cy="776832"/>
            <a:chOff x="581386" y="4738737"/>
            <a:chExt cx="776832" cy="776832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738211DC-0C6E-BEC8-025E-1699F29D36C7}"/>
                </a:ext>
              </a:extLst>
            </p:cNvPr>
            <p:cNvSpPr/>
            <p:nvPr/>
          </p:nvSpPr>
          <p:spPr>
            <a:xfrm rot="765235">
              <a:off x="581386" y="4738737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90AFE6AA-310B-38B2-3711-43F0B6406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26517">
              <a:off x="744895" y="4902609"/>
              <a:ext cx="486411" cy="486411"/>
            </a:xfrm>
            <a:prstGeom prst="rect">
              <a:avLst/>
            </a:prstGeom>
          </p:spPr>
        </p:pic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71B6E7DA-CC48-AE99-0833-F783A021CD5C}"/>
              </a:ext>
            </a:extLst>
          </p:cNvPr>
          <p:cNvGrpSpPr/>
          <p:nvPr/>
        </p:nvGrpSpPr>
        <p:grpSpPr>
          <a:xfrm>
            <a:off x="9867002" y="5240245"/>
            <a:ext cx="1710618" cy="739040"/>
            <a:chOff x="5316449" y="5240245"/>
            <a:chExt cx="1710618" cy="739040"/>
          </a:xfrm>
        </p:grpSpPr>
        <p:sp>
          <p:nvSpPr>
            <p:cNvPr id="35" name="四角形: 角を丸くする 34">
              <a:extLst>
                <a:ext uri="{FF2B5EF4-FFF2-40B4-BE49-F238E27FC236}">
                  <a16:creationId xmlns:a16="http://schemas.microsoft.com/office/drawing/2014/main" id="{B6439532-4B81-C7A9-D3EB-806DE730EAD5}"/>
                </a:ext>
              </a:extLst>
            </p:cNvPr>
            <p:cNvSpPr/>
            <p:nvPr/>
          </p:nvSpPr>
          <p:spPr>
            <a:xfrm>
              <a:off x="5316449" y="5641159"/>
              <a:ext cx="1666767" cy="338126"/>
            </a:xfrm>
            <a:prstGeom prst="roundRect">
              <a:avLst/>
            </a:prstGeom>
            <a:solidFill>
              <a:schemeClr val="tx1">
                <a:lumMod val="85000"/>
                <a:lumOff val="15000"/>
                <a:alpha val="85000"/>
              </a:schemeClr>
            </a:solidFill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CBD9AEB2-6DB6-5E49-C9A1-6B9A9CCEB0B5}"/>
                </a:ext>
              </a:extLst>
            </p:cNvPr>
            <p:cNvSpPr txBox="1"/>
            <p:nvPr/>
          </p:nvSpPr>
          <p:spPr>
            <a:xfrm>
              <a:off x="5476021" y="5240245"/>
              <a:ext cx="15510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800">
                  <a:solidFill>
                    <a:schemeClr val="bg1">
                      <a:lumMod val="95000"/>
                    </a:schemeClr>
                  </a:solidFill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ランク：</a:t>
              </a:r>
              <a:r>
                <a:rPr kumimoji="1" lang="en-US" altLang="ja-JP" sz="1800">
                  <a:solidFill>
                    <a:schemeClr val="bg1">
                      <a:lumMod val="95000"/>
                    </a:schemeClr>
                  </a:solidFill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C</a:t>
              </a:r>
              <a:endParaRPr kumimoji="1" lang="ja-JP" altLang="en-US" sz="1800">
                <a:solidFill>
                  <a:schemeClr val="bg1">
                    <a:lumMod val="95000"/>
                  </a:schemeClr>
                </a:solidFill>
                <a:latin typeface="クラフト明朝" panose="02000700000000000000" pitchFamily="50" charset="-128"/>
                <a:ea typeface="クラフト明朝" panose="02000700000000000000" pitchFamily="50" charset="-128"/>
              </a:endParaRPr>
            </a:p>
          </p:txBody>
        </p:sp>
        <p:sp>
          <p:nvSpPr>
            <p:cNvPr id="37" name="四角形: 角を丸くする 36">
              <a:extLst>
                <a:ext uri="{FF2B5EF4-FFF2-40B4-BE49-F238E27FC236}">
                  <a16:creationId xmlns:a16="http://schemas.microsoft.com/office/drawing/2014/main" id="{F3661DCD-2347-6CEE-651A-FDA4CA322DCD}"/>
                </a:ext>
              </a:extLst>
            </p:cNvPr>
            <p:cNvSpPr/>
            <p:nvPr/>
          </p:nvSpPr>
          <p:spPr>
            <a:xfrm>
              <a:off x="5839358" y="5662011"/>
              <a:ext cx="854726" cy="296423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四角形: 角を丸くする 37">
              <a:extLst>
                <a:ext uri="{FF2B5EF4-FFF2-40B4-BE49-F238E27FC236}">
                  <a16:creationId xmlns:a16="http://schemas.microsoft.com/office/drawing/2014/main" id="{3C081A82-3402-4C81-2052-A7D056BE7DEF}"/>
                </a:ext>
              </a:extLst>
            </p:cNvPr>
            <p:cNvSpPr/>
            <p:nvPr/>
          </p:nvSpPr>
          <p:spPr>
            <a:xfrm>
              <a:off x="5415957" y="5662011"/>
              <a:ext cx="725755" cy="296423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831C295-8AE5-92D5-0CF9-822B29453C33}"/>
              </a:ext>
            </a:extLst>
          </p:cNvPr>
          <p:cNvGrpSpPr/>
          <p:nvPr/>
        </p:nvGrpSpPr>
        <p:grpSpPr>
          <a:xfrm>
            <a:off x="9269231" y="5131953"/>
            <a:ext cx="826175" cy="1106569"/>
            <a:chOff x="540604" y="2929405"/>
            <a:chExt cx="826175" cy="1106569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EAE0A1A9-B4CA-1BC4-51D8-9A45187D5DA4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2658A720-9CD3-CD2E-4C00-88FF09BEA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4358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E17DB-11CE-C923-4186-5AD255F1C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4D30BCE-D678-7EDA-4C5E-C9AE716554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4912CCD-B585-22DB-8DA3-C28F55E34CF9}"/>
              </a:ext>
            </a:extLst>
          </p:cNvPr>
          <p:cNvSpPr/>
          <p:nvPr/>
        </p:nvSpPr>
        <p:spPr>
          <a:xfrm>
            <a:off x="0" y="2460949"/>
            <a:ext cx="12192000" cy="1936102"/>
          </a:xfrm>
          <a:prstGeom prst="rect">
            <a:avLst/>
          </a:prstGeom>
          <a:solidFill>
            <a:srgbClr val="B47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4D4661B-BB19-9FDC-98C0-47F1B8CB33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0F154BA4-B54F-6E9B-A893-74F66A922F1B}"/>
              </a:ext>
            </a:extLst>
          </p:cNvPr>
          <p:cNvGrpSpPr/>
          <p:nvPr/>
        </p:nvGrpSpPr>
        <p:grpSpPr>
          <a:xfrm>
            <a:off x="2776776" y="-1651048"/>
            <a:ext cx="5912206" cy="14750904"/>
            <a:chOff x="2953758" y="-1651048"/>
            <a:chExt cx="5912206" cy="14750904"/>
          </a:xfrm>
        </p:grpSpPr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9E816066-C7B0-682E-964E-C955A6A7D27F}"/>
                </a:ext>
              </a:extLst>
            </p:cNvPr>
            <p:cNvGrpSpPr/>
            <p:nvPr/>
          </p:nvGrpSpPr>
          <p:grpSpPr>
            <a:xfrm>
              <a:off x="3187374" y="-1607723"/>
              <a:ext cx="5416352" cy="14664254"/>
              <a:chOff x="5954745" y="2799818"/>
              <a:chExt cx="1423938" cy="3855176"/>
            </a:xfrm>
          </p:grpSpPr>
          <p:pic>
            <p:nvPicPr>
              <p:cNvPr id="37" name="図 36">
                <a:extLst>
                  <a:ext uri="{FF2B5EF4-FFF2-40B4-BE49-F238E27FC236}">
                    <a16:creationId xmlns:a16="http://schemas.microsoft.com/office/drawing/2014/main" id="{38710CF1-7DC3-2DC4-DA3E-984243B54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alphaModFix amt="6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173" t="12256" r="40934" b="12322"/>
              <a:stretch>
                <a:fillRect/>
              </a:stretch>
            </p:blipFill>
            <p:spPr>
              <a:xfrm>
                <a:off x="5954745" y="2799818"/>
                <a:ext cx="1423938" cy="3855176"/>
              </a:xfrm>
              <a:prstGeom prst="rect">
                <a:avLst/>
              </a:prstGeom>
              <a:effectLst>
                <a:glow rad="38100">
                  <a:schemeClr val="bg1">
                    <a:lumMod val="95000"/>
                    <a:alpha val="65000"/>
                  </a:schemeClr>
                </a:glow>
              </a:effectLst>
            </p:spPr>
          </p:pic>
          <p:grpSp>
            <p:nvGrpSpPr>
              <p:cNvPr id="38" name="グループ化 37">
                <a:extLst>
                  <a:ext uri="{FF2B5EF4-FFF2-40B4-BE49-F238E27FC236}">
                    <a16:creationId xmlns:a16="http://schemas.microsoft.com/office/drawing/2014/main" id="{2F148510-CC45-2618-90E1-162C40E07C37}"/>
                  </a:ext>
                </a:extLst>
              </p:cNvPr>
              <p:cNvGrpSpPr/>
              <p:nvPr/>
            </p:nvGrpSpPr>
            <p:grpSpPr>
              <a:xfrm>
                <a:off x="6447569" y="3553775"/>
                <a:ext cx="643586" cy="248470"/>
                <a:chOff x="6441219" y="3553775"/>
                <a:chExt cx="643586" cy="248470"/>
              </a:xfrm>
            </p:grpSpPr>
            <p:sp>
              <p:nvSpPr>
                <p:cNvPr id="39" name="月 38">
                  <a:extLst>
                    <a:ext uri="{FF2B5EF4-FFF2-40B4-BE49-F238E27FC236}">
                      <a16:creationId xmlns:a16="http://schemas.microsoft.com/office/drawing/2014/main" id="{5D4CA2CA-D764-44BB-471D-0F4206388846}"/>
                    </a:ext>
                  </a:extLst>
                </p:cNvPr>
                <p:cNvSpPr/>
                <p:nvPr/>
              </p:nvSpPr>
              <p:spPr>
                <a:xfrm rot="16200000">
                  <a:off x="6682354" y="3399795"/>
                  <a:ext cx="161315" cy="643586"/>
                </a:xfrm>
                <a:prstGeom prst="moon">
                  <a:avLst>
                    <a:gd name="adj" fmla="val 2150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0" name="二等辺三角形 39">
                  <a:extLst>
                    <a:ext uri="{FF2B5EF4-FFF2-40B4-BE49-F238E27FC236}">
                      <a16:creationId xmlns:a16="http://schemas.microsoft.com/office/drawing/2014/main" id="{8CA17746-CFEF-600B-78A3-3D8DBA841F72}"/>
                    </a:ext>
                  </a:extLst>
                </p:cNvPr>
                <p:cNvSpPr/>
                <p:nvPr/>
              </p:nvSpPr>
              <p:spPr>
                <a:xfrm>
                  <a:off x="6637244" y="3553775"/>
                  <a:ext cx="251534" cy="216840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FE657698-FB0F-172F-ECFE-A918A1764477}"/>
                </a:ext>
              </a:extLst>
            </p:cNvPr>
            <p:cNvGrpSpPr/>
            <p:nvPr/>
          </p:nvGrpSpPr>
          <p:grpSpPr>
            <a:xfrm>
              <a:off x="3449612" y="-1564398"/>
              <a:ext cx="5416352" cy="14664254"/>
              <a:chOff x="5954745" y="2799818"/>
              <a:chExt cx="1423938" cy="3855176"/>
            </a:xfrm>
            <a:effectLst/>
          </p:grpSpPr>
          <p:pic>
            <p:nvPicPr>
              <p:cNvPr id="33" name="図 32">
                <a:extLst>
                  <a:ext uri="{FF2B5EF4-FFF2-40B4-BE49-F238E27FC236}">
                    <a16:creationId xmlns:a16="http://schemas.microsoft.com/office/drawing/2014/main" id="{4DEA0823-0BB0-4401-CE63-0D9C1588A4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alphaModFix amt="3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173" t="12256" r="40934" b="12322"/>
              <a:stretch>
                <a:fillRect/>
              </a:stretch>
            </p:blipFill>
            <p:spPr>
              <a:xfrm>
                <a:off x="5954745" y="2799818"/>
                <a:ext cx="1423938" cy="3855176"/>
              </a:xfrm>
              <a:prstGeom prst="rect">
                <a:avLst/>
              </a:prstGeom>
              <a:effectLst/>
            </p:spPr>
          </p:pic>
          <p:grpSp>
            <p:nvGrpSpPr>
              <p:cNvPr id="34" name="グループ化 33">
                <a:extLst>
                  <a:ext uri="{FF2B5EF4-FFF2-40B4-BE49-F238E27FC236}">
                    <a16:creationId xmlns:a16="http://schemas.microsoft.com/office/drawing/2014/main" id="{F30E2AF2-2D09-B821-6FF3-74D0C382BA99}"/>
                  </a:ext>
                </a:extLst>
              </p:cNvPr>
              <p:cNvGrpSpPr/>
              <p:nvPr/>
            </p:nvGrpSpPr>
            <p:grpSpPr>
              <a:xfrm>
                <a:off x="6447569" y="3553775"/>
                <a:ext cx="643586" cy="248470"/>
                <a:chOff x="6441219" y="3553775"/>
                <a:chExt cx="643586" cy="248470"/>
              </a:xfrm>
            </p:grpSpPr>
            <p:sp>
              <p:nvSpPr>
                <p:cNvPr id="35" name="月 34">
                  <a:extLst>
                    <a:ext uri="{FF2B5EF4-FFF2-40B4-BE49-F238E27FC236}">
                      <a16:creationId xmlns:a16="http://schemas.microsoft.com/office/drawing/2014/main" id="{9A5AFFE1-AB5C-3F94-2F04-92231F42BAA0}"/>
                    </a:ext>
                  </a:extLst>
                </p:cNvPr>
                <p:cNvSpPr/>
                <p:nvPr/>
              </p:nvSpPr>
              <p:spPr>
                <a:xfrm rot="16200000">
                  <a:off x="6682354" y="3399795"/>
                  <a:ext cx="161315" cy="643586"/>
                </a:xfrm>
                <a:prstGeom prst="moon">
                  <a:avLst>
                    <a:gd name="adj" fmla="val 21507"/>
                  </a:avLst>
                </a:prstGeom>
                <a:solidFill>
                  <a:schemeClr val="bg1">
                    <a:lumMod val="95000"/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6" name="二等辺三角形 35">
                  <a:extLst>
                    <a:ext uri="{FF2B5EF4-FFF2-40B4-BE49-F238E27FC236}">
                      <a16:creationId xmlns:a16="http://schemas.microsoft.com/office/drawing/2014/main" id="{6EC2ACF8-9C9F-2DA9-CDEA-E2ABE8F4BE2A}"/>
                    </a:ext>
                  </a:extLst>
                </p:cNvPr>
                <p:cNvSpPr/>
                <p:nvPr/>
              </p:nvSpPr>
              <p:spPr>
                <a:xfrm>
                  <a:off x="6637244" y="3553775"/>
                  <a:ext cx="251534" cy="216840"/>
                </a:xfrm>
                <a:prstGeom prst="triangle">
                  <a:avLst/>
                </a:prstGeom>
                <a:solidFill>
                  <a:schemeClr val="bg1">
                    <a:lumMod val="95000"/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9DC16D25-90FD-2181-2286-3C2F0E322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3">
                  <a:tint val="45000"/>
                  <a:satMod val="400000"/>
                </a:schemeClr>
              </a:duotone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173" t="12256" r="40934" b="12322"/>
            <a:stretch>
              <a:fillRect/>
            </a:stretch>
          </p:blipFill>
          <p:spPr>
            <a:xfrm>
              <a:off x="2953758" y="-1651048"/>
              <a:ext cx="5416352" cy="14664253"/>
            </a:xfrm>
            <a:prstGeom prst="rect">
              <a:avLst/>
            </a:prstGeom>
            <a:effectLst/>
          </p:spPr>
        </p:pic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B1A81EC4-B326-E952-93B0-17701D03C366}"/>
                </a:ext>
              </a:extLst>
            </p:cNvPr>
            <p:cNvGrpSpPr/>
            <p:nvPr/>
          </p:nvGrpSpPr>
          <p:grpSpPr>
            <a:xfrm>
              <a:off x="4828354" y="1216841"/>
              <a:ext cx="2448062" cy="945126"/>
              <a:chOff x="6441219" y="3553775"/>
              <a:chExt cx="643586" cy="248470"/>
            </a:xfrm>
          </p:grpSpPr>
          <p:sp>
            <p:nvSpPr>
              <p:cNvPr id="29" name="月 28">
                <a:extLst>
                  <a:ext uri="{FF2B5EF4-FFF2-40B4-BE49-F238E27FC236}">
                    <a16:creationId xmlns:a16="http://schemas.microsoft.com/office/drawing/2014/main" id="{C69B1545-DA8F-A6DE-07E7-6AFC8010A14E}"/>
                  </a:ext>
                </a:extLst>
              </p:cNvPr>
              <p:cNvSpPr/>
              <p:nvPr/>
            </p:nvSpPr>
            <p:spPr>
              <a:xfrm rot="16200000">
                <a:off x="6682354" y="3399795"/>
                <a:ext cx="161315" cy="643586"/>
              </a:xfrm>
              <a:prstGeom prst="moon">
                <a:avLst>
                  <a:gd name="adj" fmla="val 21507"/>
                </a:avLst>
              </a:prstGeom>
              <a:solidFill>
                <a:schemeClr val="bg1">
                  <a:lumMod val="9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二等辺三角形 29">
                <a:extLst>
                  <a:ext uri="{FF2B5EF4-FFF2-40B4-BE49-F238E27FC236}">
                    <a16:creationId xmlns:a16="http://schemas.microsoft.com/office/drawing/2014/main" id="{B1D7D9D3-DC12-130B-EA98-4FEE45E0932D}"/>
                  </a:ext>
                </a:extLst>
              </p:cNvPr>
              <p:cNvSpPr/>
              <p:nvPr/>
            </p:nvSpPr>
            <p:spPr>
              <a:xfrm>
                <a:off x="6637244" y="3553775"/>
                <a:ext cx="251534" cy="216840"/>
              </a:xfrm>
              <a:prstGeom prst="triangle">
                <a:avLst/>
              </a:prstGeom>
              <a:solidFill>
                <a:schemeClr val="bg1">
                  <a:lumMod val="95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A1A1456-8A43-CC6D-28DC-781143B999CD}"/>
              </a:ext>
            </a:extLst>
          </p:cNvPr>
          <p:cNvSpPr/>
          <p:nvPr/>
        </p:nvSpPr>
        <p:spPr>
          <a:xfrm>
            <a:off x="0" y="4604074"/>
            <a:ext cx="12192000" cy="1936102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F7A650F-947D-84F1-D197-6042FBA1034F}"/>
              </a:ext>
            </a:extLst>
          </p:cNvPr>
          <p:cNvSpPr txBox="1"/>
          <p:nvPr/>
        </p:nvSpPr>
        <p:spPr>
          <a:xfrm>
            <a:off x="972412" y="5075611"/>
            <a:ext cx="20556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3200">
                <a:solidFill>
                  <a:schemeClr val="bg1">
                    <a:lumMod val="95000"/>
                  </a:schemeClr>
                </a:solidFill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ジュツシ</a:t>
            </a:r>
            <a:br>
              <a:rPr lang="en-US" altLang="ja-JP" sz="3200">
                <a:solidFill>
                  <a:schemeClr val="bg1">
                    <a:lumMod val="95000"/>
                  </a:schemeClr>
                </a:solidFill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lang="ja-JP" altLang="en-US" sz="3200">
                <a:solidFill>
                  <a:schemeClr val="bg1">
                    <a:lumMod val="95000"/>
                  </a:schemeClr>
                </a:solidFill>
                <a:latin typeface="クラフト明朝" panose="02000700000000000000" pitchFamily="50" charset="-128"/>
                <a:ea typeface="クラフト明朝" panose="02000700000000000000" pitchFamily="50" charset="-128"/>
              </a:rPr>
              <a:t>階級</a:t>
            </a:r>
            <a:endParaRPr kumimoji="1" lang="ja-JP" altLang="en-US" sz="3200">
              <a:solidFill>
                <a:schemeClr val="bg1">
                  <a:lumMod val="95000"/>
                </a:schemeClr>
              </a:solidFill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266EA1F-D292-13AB-A38D-714EFF825B7F}"/>
              </a:ext>
            </a:extLst>
          </p:cNvPr>
          <p:cNvSpPr txBox="1"/>
          <p:nvPr/>
        </p:nvSpPr>
        <p:spPr>
          <a:xfrm>
            <a:off x="9324975" y="4903349"/>
            <a:ext cx="2066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>
                <a:solidFill>
                  <a:schemeClr val="bg1">
                    <a:lumMod val="95000"/>
                  </a:schemeClr>
                </a:solidFill>
                <a:latin typeface="クラフト明朝" panose="02000700000000000000" pitchFamily="50" charset="-128"/>
                <a:ea typeface="クラフト明朝" panose="02000700000000000000" pitchFamily="50" charset="-128"/>
              </a:rPr>
              <a:t>階級上昇報酬</a:t>
            </a:r>
            <a:endParaRPr kumimoji="1" lang="ja-JP" altLang="en-US" sz="2400">
              <a:solidFill>
                <a:schemeClr val="bg1">
                  <a:lumMod val="95000"/>
                </a:schemeClr>
              </a:solidFill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4348420-2C35-72EC-A7E3-661E480462A6}"/>
              </a:ext>
            </a:extLst>
          </p:cNvPr>
          <p:cNvGrpSpPr/>
          <p:nvPr/>
        </p:nvGrpSpPr>
        <p:grpSpPr>
          <a:xfrm>
            <a:off x="3414712" y="5745227"/>
            <a:ext cx="5362575" cy="581420"/>
            <a:chOff x="3414712" y="5602352"/>
            <a:chExt cx="5362575" cy="581420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7008D996-7770-A5D5-093A-8773996A3F88}"/>
                </a:ext>
              </a:extLst>
            </p:cNvPr>
            <p:cNvSpPr/>
            <p:nvPr/>
          </p:nvSpPr>
          <p:spPr>
            <a:xfrm>
              <a:off x="3414712" y="5602352"/>
              <a:ext cx="5362575" cy="5814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69EF5C76-6FA0-DCA8-D569-E9F83F6CF4C3}"/>
                </a:ext>
              </a:extLst>
            </p:cNvPr>
            <p:cNvSpPr/>
            <p:nvPr/>
          </p:nvSpPr>
          <p:spPr>
            <a:xfrm>
              <a:off x="4207668" y="5660113"/>
              <a:ext cx="3719513" cy="46589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471C8B19-9BC7-7A80-994D-CAA1E1AD79E4}"/>
                </a:ext>
              </a:extLst>
            </p:cNvPr>
            <p:cNvSpPr/>
            <p:nvPr/>
          </p:nvSpPr>
          <p:spPr>
            <a:xfrm>
              <a:off x="3577368" y="5660113"/>
              <a:ext cx="2623407" cy="465897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3B2D7018-6CB4-17C2-A439-BF32F8EC41C9}"/>
              </a:ext>
            </a:extLst>
          </p:cNvPr>
          <p:cNvGrpSpPr/>
          <p:nvPr/>
        </p:nvGrpSpPr>
        <p:grpSpPr>
          <a:xfrm>
            <a:off x="5568843" y="4800391"/>
            <a:ext cx="1054315" cy="767998"/>
            <a:chOff x="6786897" y="4358057"/>
            <a:chExt cx="1322470" cy="963332"/>
          </a:xfrm>
        </p:grpSpPr>
        <p:sp>
          <p:nvSpPr>
            <p:cNvPr id="47" name="月 46">
              <a:extLst>
                <a:ext uri="{FF2B5EF4-FFF2-40B4-BE49-F238E27FC236}">
                  <a16:creationId xmlns:a16="http://schemas.microsoft.com/office/drawing/2014/main" id="{04E8DDE7-EE89-B972-50EE-A83566151778}"/>
                </a:ext>
              </a:extLst>
            </p:cNvPr>
            <p:cNvSpPr/>
            <p:nvPr/>
          </p:nvSpPr>
          <p:spPr>
            <a:xfrm rot="16200000">
              <a:off x="7211850" y="4423873"/>
              <a:ext cx="472563" cy="1322470"/>
            </a:xfrm>
            <a:prstGeom prst="moon">
              <a:avLst>
                <a:gd name="adj" fmla="val 2150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DF3CEF62-BC6D-1CC5-3750-145F2F2AD8FA}"/>
                </a:ext>
              </a:extLst>
            </p:cNvPr>
            <p:cNvSpPr/>
            <p:nvPr/>
          </p:nvSpPr>
          <p:spPr>
            <a:xfrm>
              <a:off x="7047674" y="4358057"/>
              <a:ext cx="800911" cy="878569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9B5A57-29AC-ADBF-EC18-6A36DB9B1C22}"/>
              </a:ext>
            </a:extLst>
          </p:cNvPr>
          <p:cNvSpPr txBox="1"/>
          <p:nvPr/>
        </p:nvSpPr>
        <p:spPr>
          <a:xfrm>
            <a:off x="5062979" y="5076680"/>
            <a:ext cx="2066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>
                <a:solidFill>
                  <a:schemeClr val="accent3"/>
                </a:solidFill>
                <a:latin typeface="装甲明朝" panose="02000600000000000000" pitchFamily="2" charset="-128"/>
                <a:ea typeface="装甲明朝" panose="02000600000000000000" pitchFamily="2" charset="-128"/>
              </a:rPr>
              <a:t>Ⅰ</a:t>
            </a:r>
            <a:endParaRPr kumimoji="1" lang="ja-JP" altLang="en-US" sz="2400">
              <a:solidFill>
                <a:schemeClr val="accent3"/>
              </a:solidFill>
              <a:latin typeface="装甲明朝" panose="02000600000000000000" pitchFamily="2" charset="-128"/>
              <a:ea typeface="装甲明朝" panose="02000600000000000000" pitchFamily="2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E993FCB-7381-C5E6-C367-430E637B4A1D}"/>
              </a:ext>
            </a:extLst>
          </p:cNvPr>
          <p:cNvGrpSpPr/>
          <p:nvPr/>
        </p:nvGrpSpPr>
        <p:grpSpPr>
          <a:xfrm>
            <a:off x="9998577" y="5518765"/>
            <a:ext cx="726574" cy="726574"/>
            <a:chOff x="9998577" y="5518765"/>
            <a:chExt cx="726574" cy="726574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FC959A9D-98F7-BAB9-7911-27E1FF64ABED}"/>
                </a:ext>
              </a:extLst>
            </p:cNvPr>
            <p:cNvSpPr/>
            <p:nvPr/>
          </p:nvSpPr>
          <p:spPr>
            <a:xfrm rot="21181824">
              <a:off x="9998577" y="5518765"/>
              <a:ext cx="726574" cy="72657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3" name="図 52">
              <a:extLst>
                <a:ext uri="{FF2B5EF4-FFF2-40B4-BE49-F238E27FC236}">
                  <a16:creationId xmlns:a16="http://schemas.microsoft.com/office/drawing/2014/main" id="{8C6BA681-EC32-E2BA-AA83-99C391AA8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56750">
              <a:off x="10165048" y="5605739"/>
              <a:ext cx="405746" cy="552626"/>
            </a:xfrm>
            <a:prstGeom prst="rect">
              <a:avLst/>
            </a:prstGeom>
          </p:spPr>
        </p:pic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3BE097A7-CCF0-F875-74F0-8BA9B2E58047}"/>
              </a:ext>
            </a:extLst>
          </p:cNvPr>
          <p:cNvGrpSpPr/>
          <p:nvPr/>
        </p:nvGrpSpPr>
        <p:grpSpPr>
          <a:xfrm>
            <a:off x="5060912" y="2366766"/>
            <a:ext cx="2055676" cy="482559"/>
            <a:chOff x="5071251" y="2066176"/>
            <a:chExt cx="2055676" cy="749898"/>
          </a:xfrm>
        </p:grpSpPr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D1A5035F-1102-2375-038E-93BEDB7E38A0}"/>
                </a:ext>
              </a:extLst>
            </p:cNvPr>
            <p:cNvSpPr/>
            <p:nvPr/>
          </p:nvSpPr>
          <p:spPr>
            <a:xfrm rot="21588661">
              <a:off x="5199196" y="2104509"/>
              <a:ext cx="1793608" cy="711565"/>
            </a:xfrm>
            <a:prstGeom prst="rect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latin typeface="クラフト明朝" panose="02000700000000000000" pitchFamily="50" charset="-128"/>
                <a:ea typeface="クラフト明朝" panose="02000700000000000000" pitchFamily="50" charset="-128"/>
              </a:endParaRP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FD74F5D7-672D-4C4F-096F-5FBD3A8CEF82}"/>
                </a:ext>
              </a:extLst>
            </p:cNvPr>
            <p:cNvSpPr txBox="1"/>
            <p:nvPr/>
          </p:nvSpPr>
          <p:spPr>
            <a:xfrm rot="47375">
              <a:off x="5071251" y="2066176"/>
              <a:ext cx="2055676" cy="717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2400">
                  <a:solidFill>
                    <a:schemeClr val="bg1">
                      <a:lumMod val="95000"/>
                    </a:schemeClr>
                  </a:solidFill>
                  <a:latin typeface="クラフト明朝" panose="02000700000000000000" pitchFamily="50" charset="-128"/>
                  <a:ea typeface="クラフト明朝" panose="02000700000000000000" pitchFamily="50" charset="-128"/>
                </a:rPr>
                <a:t>滅却成功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6213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660B3-3E2F-4C28-EFB8-876642682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20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23B01-E4E2-8818-057E-649C504E9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F6601DF-064B-7DC0-0446-BE5C1DA661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A17EBFE-87BF-BE20-C263-FED5A38CDCB7}"/>
              </a:ext>
            </a:extLst>
          </p:cNvPr>
          <p:cNvSpPr/>
          <p:nvPr/>
        </p:nvSpPr>
        <p:spPr>
          <a:xfrm>
            <a:off x="0" y="2460949"/>
            <a:ext cx="12192000" cy="1936102"/>
          </a:xfrm>
          <a:prstGeom prst="rect">
            <a:avLst/>
          </a:prstGeom>
          <a:solidFill>
            <a:srgbClr val="B47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3A62542-6CBA-C2BC-1950-BEF60D6BA08B}"/>
              </a:ext>
            </a:extLst>
          </p:cNvPr>
          <p:cNvGrpSpPr/>
          <p:nvPr/>
        </p:nvGrpSpPr>
        <p:grpSpPr>
          <a:xfrm>
            <a:off x="3537676" y="2412505"/>
            <a:ext cx="2961129" cy="2026688"/>
            <a:chOff x="3537676" y="2412505"/>
            <a:chExt cx="2961129" cy="2026688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129C5318-5498-BCA0-E9D6-AD26FFFD2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873616" flipV="1">
              <a:off x="4922877" y="2412505"/>
              <a:ext cx="1363243" cy="1363243"/>
            </a:xfrm>
            <a:prstGeom prst="rect">
              <a:avLst/>
            </a:prstGeom>
          </p:spPr>
        </p:pic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4AB7361E-BAB6-8DDF-7051-A4C9FC896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430209">
              <a:off x="3537676" y="2592744"/>
              <a:ext cx="1838363" cy="1838363"/>
            </a:xfrm>
            <a:prstGeom prst="rect">
              <a:avLst/>
            </a:prstGeom>
          </p:spPr>
        </p:pic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81F52DA9-873D-3337-37DA-C6AF29CA4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873616" flipV="1">
              <a:off x="5293301" y="3233689"/>
              <a:ext cx="1205504" cy="1205504"/>
            </a:xfrm>
            <a:prstGeom prst="rect">
              <a:avLst/>
            </a:prstGeom>
          </p:spPr>
        </p:pic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C9870523-9103-87CC-05AA-301D52C05A78}"/>
              </a:ext>
            </a:extLst>
          </p:cNvPr>
          <p:cNvGrpSpPr/>
          <p:nvPr/>
        </p:nvGrpSpPr>
        <p:grpSpPr>
          <a:xfrm>
            <a:off x="6155445" y="2484205"/>
            <a:ext cx="3154796" cy="2040404"/>
            <a:chOff x="6155445" y="2484205"/>
            <a:chExt cx="3154796" cy="2040404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34E3355F-09AF-65A9-43CB-B0977DCFA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873616" flipV="1">
              <a:off x="7843310" y="2484205"/>
              <a:ext cx="1466931" cy="1466931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33286E0C-D647-40F4-F8DA-1C99AE214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430209">
              <a:off x="6155445" y="2686246"/>
              <a:ext cx="1838363" cy="1838363"/>
            </a:xfrm>
            <a:prstGeom prst="rect">
              <a:avLst/>
            </a:prstGeom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06AA985D-4445-6D8C-514B-6C7A7F38C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430209">
              <a:off x="7051294" y="2490852"/>
              <a:ext cx="924729" cy="924729"/>
            </a:xfrm>
            <a:prstGeom prst="rect">
              <a:avLst/>
            </a:prstGeom>
          </p:spPr>
        </p:pic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BACE3766-47EF-A9C8-0C94-B11759FC94F5}"/>
              </a:ext>
            </a:extLst>
          </p:cNvPr>
          <p:cNvGrpSpPr/>
          <p:nvPr/>
        </p:nvGrpSpPr>
        <p:grpSpPr>
          <a:xfrm>
            <a:off x="1985143" y="2326843"/>
            <a:ext cx="1928100" cy="2139183"/>
            <a:chOff x="9897580" y="2298490"/>
            <a:chExt cx="1928100" cy="2139183"/>
          </a:xfrm>
        </p:grpSpPr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001A32A2-4881-DF28-3BD4-80B137E3D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430209">
              <a:off x="9987317" y="2298490"/>
              <a:ext cx="1838363" cy="1838363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9FFFB87F-7DD4-6072-0E71-5C5A768AF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62790">
              <a:off x="9897580" y="3512944"/>
              <a:ext cx="924729" cy="924729"/>
            </a:xfrm>
            <a:prstGeom prst="rect">
              <a:avLst/>
            </a:prstGeom>
          </p:spPr>
        </p:pic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03385A6-03AA-66BA-BC33-A638E7931E66}"/>
              </a:ext>
            </a:extLst>
          </p:cNvPr>
          <p:cNvGrpSpPr/>
          <p:nvPr/>
        </p:nvGrpSpPr>
        <p:grpSpPr>
          <a:xfrm>
            <a:off x="8834920" y="2298490"/>
            <a:ext cx="3341870" cy="2139183"/>
            <a:chOff x="8834920" y="2298490"/>
            <a:chExt cx="3341870" cy="2139183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06184D8C-9C2B-EFE1-2824-C591814F53FC}"/>
                </a:ext>
              </a:extLst>
            </p:cNvPr>
            <p:cNvGrpSpPr/>
            <p:nvPr/>
          </p:nvGrpSpPr>
          <p:grpSpPr>
            <a:xfrm>
              <a:off x="8834920" y="2298490"/>
              <a:ext cx="2990760" cy="2139183"/>
              <a:chOff x="8834920" y="2298490"/>
              <a:chExt cx="2990760" cy="2139183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C6FD10B5-935D-EA6D-9A2C-FFF2C6614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430209">
                <a:off x="9987317" y="2298490"/>
                <a:ext cx="1838363" cy="1838363"/>
              </a:xfrm>
              <a:prstGeom prst="rect">
                <a:avLst/>
              </a:prstGeom>
            </p:spPr>
          </p:pic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9A00903D-DFFC-4BA1-F15F-5E7297EA40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169791" flipV="1">
                <a:off x="8834920" y="2871962"/>
                <a:ext cx="1466931" cy="1466931"/>
              </a:xfrm>
              <a:prstGeom prst="rect">
                <a:avLst/>
              </a:prstGeom>
            </p:spPr>
          </p:pic>
          <p:pic>
            <p:nvPicPr>
              <p:cNvPr id="23" name="図 22">
                <a:extLst>
                  <a:ext uri="{FF2B5EF4-FFF2-40B4-BE49-F238E27FC236}">
                    <a16:creationId xmlns:a16="http://schemas.microsoft.com/office/drawing/2014/main" id="{305B4865-B45B-6633-22E4-62DA578A87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5162790">
                <a:off x="9897580" y="3512944"/>
                <a:ext cx="924729" cy="924729"/>
              </a:xfrm>
              <a:prstGeom prst="rect">
                <a:avLst/>
              </a:prstGeom>
            </p:spPr>
          </p:pic>
        </p:grpSp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36B671C3-1752-9F5C-4BBD-27048403B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62790">
              <a:off x="11252061" y="2458248"/>
              <a:ext cx="924729" cy="924729"/>
            </a:xfrm>
            <a:prstGeom prst="rect">
              <a:avLst/>
            </a:prstGeom>
          </p:spPr>
        </p:pic>
      </p:grp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087B3FF-1A10-38BB-8370-D925F7EDC26D}"/>
              </a:ext>
            </a:extLst>
          </p:cNvPr>
          <p:cNvSpPr txBox="1"/>
          <p:nvPr/>
        </p:nvSpPr>
        <p:spPr>
          <a:xfrm rot="21338767">
            <a:off x="3898123" y="393620"/>
            <a:ext cx="439575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96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決着！</a:t>
            </a:r>
            <a:endParaRPr kumimoji="1" lang="ja-JP" altLang="en-US" sz="96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59476F31-7D14-3536-FAC8-EB266BBCEF03}"/>
              </a:ext>
            </a:extLst>
          </p:cNvPr>
          <p:cNvGrpSpPr/>
          <p:nvPr/>
        </p:nvGrpSpPr>
        <p:grpSpPr>
          <a:xfrm>
            <a:off x="229143" y="2695199"/>
            <a:ext cx="2075835" cy="1500569"/>
            <a:chOff x="3031445" y="4961361"/>
            <a:chExt cx="2075835" cy="1500569"/>
          </a:xfrm>
        </p:grpSpPr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EF627B45-C292-9D63-7A23-3831CF902742}"/>
                </a:ext>
              </a:extLst>
            </p:cNvPr>
            <p:cNvGrpSpPr/>
            <p:nvPr/>
          </p:nvGrpSpPr>
          <p:grpSpPr>
            <a:xfrm rot="6843358">
              <a:off x="2997956" y="5115244"/>
              <a:ext cx="1032981" cy="966003"/>
              <a:chOff x="4369225" y="1829062"/>
              <a:chExt cx="811086" cy="758496"/>
            </a:xfrm>
          </p:grpSpPr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57512C77-E71C-F16A-2EA6-60CDAE52390B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6" name="図 45">
                <a:extLst>
                  <a:ext uri="{FF2B5EF4-FFF2-40B4-BE49-F238E27FC236}">
                    <a16:creationId xmlns:a16="http://schemas.microsoft.com/office/drawing/2014/main" id="{072B8A98-F25C-C875-D578-541307C3D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D751BC3A-293B-8BF8-4848-F41B150556C1}"/>
                </a:ext>
              </a:extLst>
            </p:cNvPr>
            <p:cNvGrpSpPr/>
            <p:nvPr/>
          </p:nvGrpSpPr>
          <p:grpSpPr>
            <a:xfrm rot="6843358">
              <a:off x="3772230" y="4994850"/>
              <a:ext cx="1032981" cy="966003"/>
              <a:chOff x="4369225" y="1829062"/>
              <a:chExt cx="811086" cy="758496"/>
            </a:xfrm>
          </p:grpSpPr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FAE36E61-E2CE-EBE9-B6AE-D489B780483F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4" name="図 43">
                <a:extLst>
                  <a:ext uri="{FF2B5EF4-FFF2-40B4-BE49-F238E27FC236}">
                    <a16:creationId xmlns:a16="http://schemas.microsoft.com/office/drawing/2014/main" id="{B7D5E43F-A130-2748-3B29-E8FACF4E6A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ECD29DB2-79AB-B457-1591-15F45E7068F9}"/>
                </a:ext>
              </a:extLst>
            </p:cNvPr>
            <p:cNvGrpSpPr/>
            <p:nvPr/>
          </p:nvGrpSpPr>
          <p:grpSpPr>
            <a:xfrm rot="6843358">
              <a:off x="4107788" y="5462438"/>
              <a:ext cx="1032981" cy="966003"/>
              <a:chOff x="4369225" y="1829062"/>
              <a:chExt cx="811086" cy="758496"/>
            </a:xfrm>
          </p:grpSpPr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F8C2708F-6342-EAD2-ADF0-2BC24918EBCB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2" name="図 41">
                <a:extLst>
                  <a:ext uri="{FF2B5EF4-FFF2-40B4-BE49-F238E27FC236}">
                    <a16:creationId xmlns:a16="http://schemas.microsoft.com/office/drawing/2014/main" id="{1878C24B-9482-9EC6-B766-D3D2BCC64A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52319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90AC7-F8D4-AABC-40E1-9E02CC8A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22A3AEE-59EC-059E-BE0A-EFCB76011F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9CB7C85-569A-A984-2892-67FCF53FEC5C}"/>
              </a:ext>
            </a:extLst>
          </p:cNvPr>
          <p:cNvSpPr/>
          <p:nvPr/>
        </p:nvSpPr>
        <p:spPr>
          <a:xfrm>
            <a:off x="0" y="2460949"/>
            <a:ext cx="12192000" cy="1936102"/>
          </a:xfrm>
          <a:prstGeom prst="rect">
            <a:avLst/>
          </a:prstGeom>
          <a:solidFill>
            <a:srgbClr val="B47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105E201-5566-C99D-D710-10AE04B10F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873616" flipV="1">
            <a:off x="7843310" y="2484205"/>
            <a:ext cx="1466931" cy="146693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B11F53C-180F-97AD-C42D-8D3928270B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430209">
            <a:off x="6155445" y="2686246"/>
            <a:ext cx="1838363" cy="183836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8B244B59-5239-140C-17CC-361BD7D96E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873616" flipV="1">
            <a:off x="4922877" y="2412505"/>
            <a:ext cx="1363243" cy="1363243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226F9995-CB76-A812-04FB-E1857E5ED2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430209">
            <a:off x="3537676" y="2592744"/>
            <a:ext cx="1838363" cy="1838363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37C3FED4-5033-0674-8097-798C15B6FC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873616" flipV="1">
            <a:off x="5293301" y="3233689"/>
            <a:ext cx="1205504" cy="1205504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5BC779E2-7033-F103-635D-1A025555E2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430209">
            <a:off x="7051294" y="2490852"/>
            <a:ext cx="924729" cy="924729"/>
          </a:xfrm>
          <a:prstGeom prst="rect">
            <a:avLst/>
          </a:prstGeom>
        </p:spPr>
      </p:pic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14286293-9456-4DA7-D0A8-F99319B69175}"/>
              </a:ext>
            </a:extLst>
          </p:cNvPr>
          <p:cNvGrpSpPr/>
          <p:nvPr/>
        </p:nvGrpSpPr>
        <p:grpSpPr>
          <a:xfrm>
            <a:off x="8834920" y="2298490"/>
            <a:ext cx="2990760" cy="2139183"/>
            <a:chOff x="8834920" y="2298490"/>
            <a:chExt cx="2990760" cy="2139183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EFC92F5E-A4D0-37E7-4BEE-5B01920B1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430209">
              <a:off x="9987317" y="2298490"/>
              <a:ext cx="1838363" cy="1838363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DB4874D-5956-E78B-36C4-73E476B87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169791" flipV="1">
              <a:off x="8834920" y="2871962"/>
              <a:ext cx="1466931" cy="1466931"/>
            </a:xfrm>
            <a:prstGeom prst="rect">
              <a:avLst/>
            </a:prstGeom>
          </p:spPr>
        </p:pic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BC5D706B-3BC3-3634-E5B6-0855026B4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62790">
              <a:off x="9897580" y="3512944"/>
              <a:ext cx="924729" cy="924729"/>
            </a:xfrm>
            <a:prstGeom prst="rect">
              <a:avLst/>
            </a:prstGeom>
          </p:spPr>
        </p:pic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05D3BF23-D049-0F04-8DFE-1B5774DB56D5}"/>
              </a:ext>
            </a:extLst>
          </p:cNvPr>
          <p:cNvGrpSpPr/>
          <p:nvPr/>
        </p:nvGrpSpPr>
        <p:grpSpPr>
          <a:xfrm>
            <a:off x="1985143" y="2326843"/>
            <a:ext cx="1928100" cy="2139183"/>
            <a:chOff x="9897580" y="2298490"/>
            <a:chExt cx="1928100" cy="2139183"/>
          </a:xfrm>
        </p:grpSpPr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FA038E2C-0611-53F5-68A8-7E18272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430209">
              <a:off x="9987317" y="2298490"/>
              <a:ext cx="1838363" cy="1838363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9D758362-EF20-43AF-530C-E9B0A1D75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62790">
              <a:off x="9897580" y="3512944"/>
              <a:ext cx="924729" cy="924729"/>
            </a:xfrm>
            <a:prstGeom prst="rect">
              <a:avLst/>
            </a:prstGeom>
          </p:spPr>
        </p:pic>
      </p:grpSp>
      <p:pic>
        <p:nvPicPr>
          <p:cNvPr id="34" name="図 33">
            <a:extLst>
              <a:ext uri="{FF2B5EF4-FFF2-40B4-BE49-F238E27FC236}">
                <a16:creationId xmlns:a16="http://schemas.microsoft.com/office/drawing/2014/main" id="{BFC96357-7703-F084-4214-2588134CE2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62790">
            <a:off x="11252061" y="2458248"/>
            <a:ext cx="924729" cy="92472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F17C247-3AC7-A2BE-1F16-D7CD80204C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427" y="-362563"/>
            <a:ext cx="3369928" cy="336992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620CE6A-EC9B-153D-62B1-89DFAC42C7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11210">
            <a:off x="1028753" y="4062023"/>
            <a:ext cx="3055871" cy="305587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79D87CC-7FC9-27CB-4148-F58BB9F71B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8995">
            <a:off x="8882833" y="4260856"/>
            <a:ext cx="2029067" cy="2029067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A193FA6D-2E64-8F17-B7F2-6B726A535F94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115463" y="1854592"/>
            <a:ext cx="5135576" cy="2965057"/>
          </a:xfrm>
          <a:prstGeom prst="rect">
            <a:avLst/>
          </a:prstGeom>
          <a:effectLst>
            <a:glow rad="381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0EF32353-C369-5819-9029-793AA6F378D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245064">
            <a:off x="8353673" y="2169266"/>
            <a:ext cx="1901955" cy="2531736"/>
          </a:xfrm>
          <a:prstGeom prst="rect">
            <a:avLst/>
          </a:prstGeom>
          <a:effectLst>
            <a:glow rad="254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96F270C1-F145-98DF-EACD-E06B73CA7AC7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54936" flipH="1">
            <a:off x="9827447" y="1398547"/>
            <a:ext cx="1901955" cy="2835262"/>
          </a:xfrm>
          <a:prstGeom prst="rect">
            <a:avLst/>
          </a:prstGeom>
          <a:effectLst>
            <a:glow rad="25400">
              <a:schemeClr val="accent1">
                <a:satMod val="175000"/>
                <a:alpha val="40000"/>
              </a:schemeClr>
            </a:glow>
          </a:effectLst>
        </p:spPr>
      </p:pic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2A758ECA-8BE0-A8A2-6D1F-A66D812F2FC7}"/>
              </a:ext>
            </a:extLst>
          </p:cNvPr>
          <p:cNvGrpSpPr/>
          <p:nvPr/>
        </p:nvGrpSpPr>
        <p:grpSpPr>
          <a:xfrm rot="6843358">
            <a:off x="195654" y="2849082"/>
            <a:ext cx="1032981" cy="966003"/>
            <a:chOff x="4369225" y="1829062"/>
            <a:chExt cx="811086" cy="758496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1F883AB8-7E01-5E74-0A48-15BD7CD35033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4" name="図 43">
              <a:extLst>
                <a:ext uri="{FF2B5EF4-FFF2-40B4-BE49-F238E27FC236}">
                  <a16:creationId xmlns:a16="http://schemas.microsoft.com/office/drawing/2014/main" id="{94DF557F-FC90-8FDF-0A41-58B77D6CD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5D7FA9B6-DA89-5828-C5C0-778932299157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32" y="2189692"/>
            <a:ext cx="5135576" cy="2531736"/>
          </a:xfrm>
          <a:prstGeom prst="rect">
            <a:avLst/>
          </a:prstGeom>
          <a:effectLst>
            <a:glow rad="254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37F05EDE-C574-FE11-4332-588F260589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62790">
            <a:off x="925755" y="2535916"/>
            <a:ext cx="1377796" cy="1377796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C44380DE-3FB6-3696-C008-3BA5029ECB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437210" flipV="1">
            <a:off x="903747" y="3507656"/>
            <a:ext cx="924729" cy="92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24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A771A-BC0E-82D4-AF84-F9326099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CD762C9-FAF4-DDF8-893D-17D61A3403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7FF12213-7ACA-E4B0-4A01-1B56C917E0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29364E23-A680-2FB7-9FAC-11A60AD5BD84}"/>
              </a:ext>
            </a:extLst>
          </p:cNvPr>
          <p:cNvSpPr txBox="1"/>
          <p:nvPr/>
        </p:nvSpPr>
        <p:spPr>
          <a:xfrm rot="21338767">
            <a:off x="1694796" y="2650394"/>
            <a:ext cx="88024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9600">
                <a:latin typeface="装甲明朝" panose="02000600000000000000" pitchFamily="2" charset="-128"/>
                <a:ea typeface="装甲明朝" panose="02000600000000000000" pitchFamily="2" charset="-128"/>
              </a:rPr>
              <a:t>モノノケの勝利</a:t>
            </a:r>
            <a:endParaRPr kumimoji="1" lang="ja-JP" altLang="en-US" sz="9600">
              <a:latin typeface="装甲明朝" panose="02000600000000000000" pitchFamily="2" charset="-128"/>
              <a:ea typeface="装甲明朝" panose="020006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4848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E50A8-F1FD-F9B8-7AB7-62CEBED8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C4CF08-623C-B8BE-E0FE-51D0E4D956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0D4FDE0-A59F-0A1D-3FBC-13F562AF7E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6" r="19814"/>
          <a:stretch>
            <a:fillRect/>
          </a:stretch>
        </p:blipFill>
        <p:spPr>
          <a:xfrm>
            <a:off x="304800" y="-285750"/>
            <a:ext cx="11563350" cy="13495953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2F8F0AB-4435-0F8D-AD1F-E4961EF159DC}"/>
              </a:ext>
            </a:extLst>
          </p:cNvPr>
          <p:cNvSpPr/>
          <p:nvPr/>
        </p:nvSpPr>
        <p:spPr>
          <a:xfrm>
            <a:off x="0" y="4604074"/>
            <a:ext cx="12192000" cy="1936102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36225F4-7AA0-8FFC-EB35-2961F0572838}"/>
              </a:ext>
            </a:extLst>
          </p:cNvPr>
          <p:cNvGrpSpPr/>
          <p:nvPr/>
        </p:nvGrpSpPr>
        <p:grpSpPr>
          <a:xfrm>
            <a:off x="5068162" y="2104509"/>
            <a:ext cx="2055676" cy="711565"/>
            <a:chOff x="5068162" y="2104509"/>
            <a:chExt cx="2055676" cy="711565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CDDE89D6-E367-E303-9A27-90810A3B1566}"/>
                </a:ext>
              </a:extLst>
            </p:cNvPr>
            <p:cNvSpPr/>
            <p:nvPr/>
          </p:nvSpPr>
          <p:spPr>
            <a:xfrm rot="548634">
              <a:off x="5199196" y="2104509"/>
              <a:ext cx="1793608" cy="71156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latin typeface="装甲明朝" panose="02000600000000000000" pitchFamily="2" charset="-128"/>
                <a:ea typeface="装甲明朝" panose="02000600000000000000" pitchFamily="2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E38E44C-473B-0210-BCAD-26FE30539562}"/>
                </a:ext>
              </a:extLst>
            </p:cNvPr>
            <p:cNvSpPr txBox="1"/>
            <p:nvPr/>
          </p:nvSpPr>
          <p:spPr>
            <a:xfrm rot="607348">
              <a:off x="5068162" y="2248508"/>
              <a:ext cx="20556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2400">
                  <a:solidFill>
                    <a:schemeClr val="bg1">
                      <a:lumMod val="95000"/>
                    </a:schemeClr>
                  </a:solidFill>
                  <a:latin typeface="装甲明朝" panose="02000600000000000000" pitchFamily="2" charset="-128"/>
                  <a:ea typeface="装甲明朝" panose="02000600000000000000" pitchFamily="2" charset="-128"/>
                </a:rPr>
                <a:t>封印解除</a:t>
              </a:r>
              <a:endParaRPr kumimoji="1" lang="ja-JP" altLang="en-US" sz="2400">
                <a:solidFill>
                  <a:schemeClr val="bg1">
                    <a:lumMod val="95000"/>
                  </a:schemeClr>
                </a:solidFill>
                <a:latin typeface="装甲明朝" panose="02000600000000000000" pitchFamily="2" charset="-128"/>
                <a:ea typeface="装甲明朝" panose="02000600000000000000" pitchFamily="2" charset="-128"/>
              </a:endParaRPr>
            </a:p>
          </p:txBody>
        </p:sp>
      </p:grpSp>
      <p:sp>
        <p:nvSpPr>
          <p:cNvPr id="14" name="月 13">
            <a:extLst>
              <a:ext uri="{FF2B5EF4-FFF2-40B4-BE49-F238E27FC236}">
                <a16:creationId xmlns:a16="http://schemas.microsoft.com/office/drawing/2014/main" id="{8BB44720-93AB-181C-7CD2-16E7E1DF1577}"/>
              </a:ext>
            </a:extLst>
          </p:cNvPr>
          <p:cNvSpPr/>
          <p:nvPr/>
        </p:nvSpPr>
        <p:spPr>
          <a:xfrm rot="16787345">
            <a:off x="5838825" y="2630510"/>
            <a:ext cx="457200" cy="1195337"/>
          </a:xfrm>
          <a:prstGeom prst="moon">
            <a:avLst/>
          </a:prstGeom>
          <a:ln>
            <a:noFill/>
          </a:ln>
          <a:scene3d>
            <a:camera prst="perspective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50685AA-17BE-C480-1C8B-01D2EB17ED1F}"/>
              </a:ext>
            </a:extLst>
          </p:cNvPr>
          <p:cNvSpPr txBox="1"/>
          <p:nvPr/>
        </p:nvSpPr>
        <p:spPr>
          <a:xfrm rot="607348">
            <a:off x="972412" y="5075611"/>
            <a:ext cx="20556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3200">
                <a:solidFill>
                  <a:schemeClr val="bg1">
                    <a:lumMod val="95000"/>
                  </a:schemeClr>
                </a:solidFill>
                <a:latin typeface="装甲明朝" panose="02000600000000000000" pitchFamily="2" charset="-128"/>
                <a:ea typeface="装甲明朝" panose="02000600000000000000" pitchFamily="2" charset="-128"/>
              </a:rPr>
              <a:t>封印解除</a:t>
            </a:r>
            <a:br>
              <a:rPr lang="en-US" altLang="ja-JP" sz="3200">
                <a:solidFill>
                  <a:schemeClr val="bg1">
                    <a:lumMod val="95000"/>
                  </a:schemeClr>
                </a:solidFill>
                <a:latin typeface="装甲明朝" panose="02000600000000000000" pitchFamily="2" charset="-128"/>
                <a:ea typeface="装甲明朝" panose="02000600000000000000" pitchFamily="2" charset="-128"/>
              </a:rPr>
            </a:br>
            <a:r>
              <a:rPr lang="ja-JP" altLang="en-US" sz="3200">
                <a:solidFill>
                  <a:schemeClr val="bg1">
                    <a:lumMod val="95000"/>
                  </a:schemeClr>
                </a:solidFill>
                <a:latin typeface="装甲明朝" panose="02000600000000000000" pitchFamily="2" charset="-128"/>
                <a:ea typeface="装甲明朝" panose="02000600000000000000" pitchFamily="2" charset="-128"/>
              </a:rPr>
              <a:t>報酬</a:t>
            </a:r>
            <a:endParaRPr kumimoji="1" lang="ja-JP" altLang="en-US" sz="3200">
              <a:solidFill>
                <a:schemeClr val="bg1">
                  <a:lumMod val="95000"/>
                </a:schemeClr>
              </a:solidFill>
              <a:latin typeface="装甲明朝" panose="02000600000000000000" pitchFamily="2" charset="-128"/>
              <a:ea typeface="装甲明朝" panose="02000600000000000000" pitchFamily="2" charset="-128"/>
            </a:endParaRP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3445D2F5-5201-BE18-CF63-D80C03F80A04}"/>
              </a:ext>
            </a:extLst>
          </p:cNvPr>
          <p:cNvGrpSpPr/>
          <p:nvPr/>
        </p:nvGrpSpPr>
        <p:grpSpPr>
          <a:xfrm>
            <a:off x="3680208" y="5199776"/>
            <a:ext cx="833139" cy="833139"/>
            <a:chOff x="7462825" y="2159900"/>
            <a:chExt cx="890013" cy="890013"/>
          </a:xfrm>
          <a:effectLst>
            <a:glow rad="88900">
              <a:schemeClr val="tx1">
                <a:lumMod val="85000"/>
                <a:lumOff val="15000"/>
                <a:alpha val="60000"/>
              </a:schemeClr>
            </a:glow>
          </a:effectLst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1BD16105-BD2E-C3F8-C746-6AFB9504C9DD}"/>
                </a:ext>
              </a:extLst>
            </p:cNvPr>
            <p:cNvSpPr/>
            <p:nvPr/>
          </p:nvSpPr>
          <p:spPr>
            <a:xfrm rot="21181824">
              <a:off x="7462825" y="2159900"/>
              <a:ext cx="890013" cy="8900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B46D992C-D83F-D37A-971C-0808A6980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857" y="2223240"/>
              <a:ext cx="770245" cy="770245"/>
            </a:xfrm>
            <a:prstGeom prst="rect">
              <a:avLst/>
            </a:prstGeom>
          </p:spPr>
        </p:pic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4BE74DEE-4DF9-94A6-1321-41CD2B785D11}"/>
              </a:ext>
            </a:extLst>
          </p:cNvPr>
          <p:cNvGrpSpPr/>
          <p:nvPr/>
        </p:nvGrpSpPr>
        <p:grpSpPr>
          <a:xfrm>
            <a:off x="5654992" y="5199776"/>
            <a:ext cx="898665" cy="833139"/>
            <a:chOff x="10530358" y="3558560"/>
            <a:chExt cx="898665" cy="833139"/>
          </a:xfrm>
          <a:effectLst>
            <a:glow rad="88900">
              <a:schemeClr val="tx1">
                <a:lumMod val="85000"/>
                <a:lumOff val="15000"/>
                <a:alpha val="60000"/>
              </a:schemeClr>
            </a:glow>
          </a:effectLst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4CEE680-E9D5-F09F-D76C-F54841500D84}"/>
                </a:ext>
              </a:extLst>
            </p:cNvPr>
            <p:cNvSpPr/>
            <p:nvPr/>
          </p:nvSpPr>
          <p:spPr>
            <a:xfrm rot="21181824">
              <a:off x="10571852" y="3558560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8578FCCF-C525-D49B-48ED-27DFE0AEF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0358" y="3638129"/>
              <a:ext cx="898665" cy="673999"/>
            </a:xfrm>
            <a:prstGeom prst="rect">
              <a:avLst/>
            </a:prstGeom>
          </p:spPr>
        </p:pic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3BA22C45-492C-237F-BF1A-84E60628D267}"/>
              </a:ext>
            </a:extLst>
          </p:cNvPr>
          <p:cNvGrpSpPr/>
          <p:nvPr/>
        </p:nvGrpSpPr>
        <p:grpSpPr>
          <a:xfrm>
            <a:off x="7695302" y="5199776"/>
            <a:ext cx="833139" cy="833139"/>
            <a:chOff x="10799110" y="4679387"/>
            <a:chExt cx="833139" cy="833139"/>
          </a:xfrm>
          <a:effectLst>
            <a:glow rad="88900">
              <a:schemeClr val="tx1">
                <a:lumMod val="85000"/>
                <a:lumOff val="15000"/>
                <a:alpha val="60000"/>
              </a:schemeClr>
            </a:glow>
          </a:effectLst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EC463EAE-D9C9-B8FF-A3A3-43CC544A6826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3A16BBAB-C57C-5247-599B-DC4AD763E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4840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A30AF-EFB4-8D52-9950-BD52B3DE9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1DF575B-E85F-3396-C52B-27B3CE0CD8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5AAC897-261A-8A0F-E4EA-78212F228C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6" r="19814"/>
          <a:stretch>
            <a:fillRect/>
          </a:stretch>
        </p:blipFill>
        <p:spPr>
          <a:xfrm>
            <a:off x="304800" y="-285750"/>
            <a:ext cx="11563350" cy="13495953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AAF5E77-1E96-93CC-0EA2-DBB45711B97B}"/>
              </a:ext>
            </a:extLst>
          </p:cNvPr>
          <p:cNvSpPr/>
          <p:nvPr/>
        </p:nvSpPr>
        <p:spPr>
          <a:xfrm>
            <a:off x="0" y="4604074"/>
            <a:ext cx="12192000" cy="1936102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258FD5C-312F-5689-1D46-589C09DD39F3}"/>
              </a:ext>
            </a:extLst>
          </p:cNvPr>
          <p:cNvSpPr/>
          <p:nvPr/>
        </p:nvSpPr>
        <p:spPr>
          <a:xfrm rot="548634">
            <a:off x="5199196" y="2104509"/>
            <a:ext cx="1793608" cy="71156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latin typeface="装甲明朝" panose="02000600000000000000" pitchFamily="2" charset="-128"/>
              <a:ea typeface="装甲明朝" panose="02000600000000000000" pitchFamily="2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3DB8FD2-7177-21F4-E374-E04BE541A4A5}"/>
              </a:ext>
            </a:extLst>
          </p:cNvPr>
          <p:cNvSpPr txBox="1"/>
          <p:nvPr/>
        </p:nvSpPr>
        <p:spPr>
          <a:xfrm rot="607348">
            <a:off x="5068162" y="2248508"/>
            <a:ext cx="20556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>
                <a:solidFill>
                  <a:schemeClr val="bg1">
                    <a:lumMod val="95000"/>
                  </a:schemeClr>
                </a:solidFill>
                <a:latin typeface="装甲明朝" panose="02000600000000000000" pitchFamily="2" charset="-128"/>
                <a:ea typeface="装甲明朝" panose="02000600000000000000" pitchFamily="2" charset="-128"/>
              </a:rPr>
              <a:t>封印解除</a:t>
            </a:r>
            <a:endParaRPr kumimoji="1" lang="ja-JP" altLang="en-US" sz="2400">
              <a:solidFill>
                <a:schemeClr val="bg1">
                  <a:lumMod val="95000"/>
                </a:schemeClr>
              </a:solidFill>
              <a:latin typeface="装甲明朝" panose="02000600000000000000" pitchFamily="2" charset="-128"/>
              <a:ea typeface="装甲明朝" panose="02000600000000000000" pitchFamily="2" charset="-128"/>
            </a:endParaRPr>
          </a:p>
        </p:txBody>
      </p:sp>
      <p:sp>
        <p:nvSpPr>
          <p:cNvPr id="14" name="月 13">
            <a:extLst>
              <a:ext uri="{FF2B5EF4-FFF2-40B4-BE49-F238E27FC236}">
                <a16:creationId xmlns:a16="http://schemas.microsoft.com/office/drawing/2014/main" id="{C7777B24-1BEF-DD70-0113-ADFFD330645D}"/>
              </a:ext>
            </a:extLst>
          </p:cNvPr>
          <p:cNvSpPr/>
          <p:nvPr/>
        </p:nvSpPr>
        <p:spPr>
          <a:xfrm rot="16787345">
            <a:off x="5838825" y="2630510"/>
            <a:ext cx="457200" cy="1195337"/>
          </a:xfrm>
          <a:prstGeom prst="moon">
            <a:avLst/>
          </a:prstGeom>
          <a:ln>
            <a:noFill/>
          </a:ln>
          <a:scene3d>
            <a:camera prst="perspective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F256450-13E7-BC05-54BB-54200EDD1C41}"/>
              </a:ext>
            </a:extLst>
          </p:cNvPr>
          <p:cNvSpPr txBox="1"/>
          <p:nvPr/>
        </p:nvSpPr>
        <p:spPr>
          <a:xfrm rot="607348">
            <a:off x="972412" y="5075611"/>
            <a:ext cx="20556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3200">
                <a:solidFill>
                  <a:schemeClr val="bg1">
                    <a:lumMod val="95000"/>
                  </a:schemeClr>
                </a:solidFill>
                <a:latin typeface="装甲明朝" panose="02000600000000000000" pitchFamily="2" charset="-128"/>
                <a:ea typeface="装甲明朝" panose="02000600000000000000" pitchFamily="2" charset="-128"/>
              </a:rPr>
              <a:t>モノノケ</a:t>
            </a:r>
            <a:br>
              <a:rPr kumimoji="1" lang="en-US" altLang="ja-JP" sz="3200">
                <a:solidFill>
                  <a:schemeClr val="bg1">
                    <a:lumMod val="95000"/>
                  </a:schemeClr>
                </a:solidFill>
                <a:latin typeface="装甲明朝" panose="02000600000000000000" pitchFamily="2" charset="-128"/>
                <a:ea typeface="装甲明朝" panose="02000600000000000000" pitchFamily="2" charset="-128"/>
              </a:rPr>
            </a:br>
            <a:r>
              <a:rPr kumimoji="1" lang="ja-JP" altLang="en-US" sz="3200">
                <a:solidFill>
                  <a:schemeClr val="bg1">
                    <a:lumMod val="95000"/>
                  </a:schemeClr>
                </a:solidFill>
                <a:latin typeface="装甲明朝" panose="02000600000000000000" pitchFamily="2" charset="-128"/>
                <a:ea typeface="装甲明朝" panose="02000600000000000000" pitchFamily="2" charset="-128"/>
              </a:rPr>
              <a:t>階級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69CF3C7-E413-8D13-C544-4458E8E37058}"/>
              </a:ext>
            </a:extLst>
          </p:cNvPr>
          <p:cNvSpPr txBox="1"/>
          <p:nvPr/>
        </p:nvSpPr>
        <p:spPr>
          <a:xfrm>
            <a:off x="9324975" y="4903349"/>
            <a:ext cx="2066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>
                <a:solidFill>
                  <a:schemeClr val="bg1">
                    <a:lumMod val="95000"/>
                  </a:schemeClr>
                </a:solidFill>
                <a:latin typeface="装甲明朝" panose="02000600000000000000" pitchFamily="2" charset="-128"/>
                <a:ea typeface="装甲明朝" panose="02000600000000000000" pitchFamily="2" charset="-128"/>
              </a:rPr>
              <a:t>階級上昇報酬</a:t>
            </a:r>
            <a:endParaRPr kumimoji="1" lang="ja-JP" altLang="en-US" sz="2400">
              <a:solidFill>
                <a:schemeClr val="bg1">
                  <a:lumMod val="95000"/>
                </a:schemeClr>
              </a:solidFill>
              <a:latin typeface="装甲明朝" panose="02000600000000000000" pitchFamily="2" charset="-128"/>
              <a:ea typeface="装甲明朝" panose="02000600000000000000" pitchFamily="2" charset="-128"/>
            </a:endParaRP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5CCF24EB-BDE8-EF4B-3197-72340B719172}"/>
              </a:ext>
            </a:extLst>
          </p:cNvPr>
          <p:cNvGrpSpPr/>
          <p:nvPr/>
        </p:nvGrpSpPr>
        <p:grpSpPr>
          <a:xfrm>
            <a:off x="3414712" y="5745227"/>
            <a:ext cx="5362575" cy="581420"/>
            <a:chOff x="3414712" y="5602352"/>
            <a:chExt cx="5362575" cy="581420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549D81F3-A736-51D3-5F6D-77462F3D7466}"/>
                </a:ext>
              </a:extLst>
            </p:cNvPr>
            <p:cNvSpPr/>
            <p:nvPr/>
          </p:nvSpPr>
          <p:spPr>
            <a:xfrm>
              <a:off x="3414712" y="5602352"/>
              <a:ext cx="5362575" cy="5814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四角形: 角を丸くする 32">
              <a:extLst>
                <a:ext uri="{FF2B5EF4-FFF2-40B4-BE49-F238E27FC236}">
                  <a16:creationId xmlns:a16="http://schemas.microsoft.com/office/drawing/2014/main" id="{64B9A607-D8E7-7ED5-7A44-C1568CCCEF3E}"/>
                </a:ext>
              </a:extLst>
            </p:cNvPr>
            <p:cNvSpPr/>
            <p:nvPr/>
          </p:nvSpPr>
          <p:spPr>
            <a:xfrm>
              <a:off x="4207668" y="5660113"/>
              <a:ext cx="3719513" cy="46589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0F8E4B7D-FC42-5C91-6FFC-8F7E7C582478}"/>
                </a:ext>
              </a:extLst>
            </p:cNvPr>
            <p:cNvSpPr/>
            <p:nvPr/>
          </p:nvSpPr>
          <p:spPr>
            <a:xfrm>
              <a:off x="3577368" y="5660113"/>
              <a:ext cx="2623407" cy="46589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37" name="図 36">
            <a:extLst>
              <a:ext uri="{FF2B5EF4-FFF2-40B4-BE49-F238E27FC236}">
                <a16:creationId xmlns:a16="http://schemas.microsoft.com/office/drawing/2014/main" id="{ECA7E4F0-41CC-2537-F58F-FD6F8D3356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504" y="4729054"/>
            <a:ext cx="900087" cy="958411"/>
          </a:xfrm>
          <a:prstGeom prst="rect">
            <a:avLst/>
          </a:prstGeom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EAD8DE2-4B7B-1B64-5117-301367A7A59C}"/>
              </a:ext>
            </a:extLst>
          </p:cNvPr>
          <p:cNvSpPr txBox="1"/>
          <p:nvPr/>
        </p:nvSpPr>
        <p:spPr>
          <a:xfrm>
            <a:off x="4965271" y="5047652"/>
            <a:ext cx="2066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>
                <a:solidFill>
                  <a:schemeClr val="accent1"/>
                </a:solidFill>
                <a:latin typeface="装甲明朝" panose="02000600000000000000" pitchFamily="2" charset="-128"/>
                <a:ea typeface="装甲明朝" panose="02000600000000000000" pitchFamily="2" charset="-128"/>
              </a:rPr>
              <a:t>Ⅰ</a:t>
            </a:r>
            <a:endParaRPr kumimoji="1" lang="ja-JP" altLang="en-US" sz="2400">
              <a:solidFill>
                <a:schemeClr val="accent1"/>
              </a:solidFill>
              <a:latin typeface="装甲明朝" panose="02000600000000000000" pitchFamily="2" charset="-128"/>
              <a:ea typeface="装甲明朝" panose="02000600000000000000" pitchFamily="2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A9C8DC9-ABD1-3AF2-E3E1-DE7F85F34024}"/>
              </a:ext>
            </a:extLst>
          </p:cNvPr>
          <p:cNvGrpSpPr/>
          <p:nvPr/>
        </p:nvGrpSpPr>
        <p:grpSpPr>
          <a:xfrm>
            <a:off x="9998577" y="5518765"/>
            <a:ext cx="726574" cy="726574"/>
            <a:chOff x="9998577" y="5518765"/>
            <a:chExt cx="726574" cy="726574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81E75C50-B53B-B8B4-DFA2-194F7E5562BD}"/>
                </a:ext>
              </a:extLst>
            </p:cNvPr>
            <p:cNvSpPr/>
            <p:nvPr/>
          </p:nvSpPr>
          <p:spPr>
            <a:xfrm rot="21181824">
              <a:off x="9998577" y="5518765"/>
              <a:ext cx="726574" cy="7265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5" name="図 44">
              <a:extLst>
                <a:ext uri="{FF2B5EF4-FFF2-40B4-BE49-F238E27FC236}">
                  <a16:creationId xmlns:a16="http://schemas.microsoft.com/office/drawing/2014/main" id="{DA8E69DA-6890-3F9E-74B2-5A5F8A4F7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71237">
              <a:off x="10141144" y="5659757"/>
              <a:ext cx="433702" cy="461805"/>
            </a:xfrm>
            <a:prstGeom prst="rect">
              <a:avLst/>
            </a:prstGeom>
          </p:spPr>
        </p:pic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01BCBCEF-C620-7B76-A59A-B23FEFFA00C2}"/>
                </a:ext>
              </a:extLst>
            </p:cNvPr>
            <p:cNvSpPr/>
            <p:nvPr/>
          </p:nvSpPr>
          <p:spPr>
            <a:xfrm>
              <a:off x="10157970" y="5698213"/>
              <a:ext cx="398624" cy="398624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楕円 47">
              <a:extLst>
                <a:ext uri="{FF2B5EF4-FFF2-40B4-BE49-F238E27FC236}">
                  <a16:creationId xmlns:a16="http://schemas.microsoft.com/office/drawing/2014/main" id="{7E24E1F4-270B-B428-8A5A-E652941932B0}"/>
                </a:ext>
              </a:extLst>
            </p:cNvPr>
            <p:cNvSpPr/>
            <p:nvPr/>
          </p:nvSpPr>
          <p:spPr>
            <a:xfrm>
              <a:off x="10034983" y="5556176"/>
              <a:ext cx="654961" cy="654961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7804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C4C93-CF66-4AC7-40DF-B2171550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9DA327-1E74-1468-B035-437DD814CDEA}"/>
              </a:ext>
            </a:extLst>
          </p:cNvPr>
          <p:cNvSpPr txBox="1"/>
          <p:nvPr/>
        </p:nvSpPr>
        <p:spPr>
          <a:xfrm>
            <a:off x="4772561" y="2644170"/>
            <a:ext cx="26468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ボツ</a:t>
            </a:r>
          </a:p>
        </p:txBody>
      </p:sp>
    </p:spTree>
    <p:extLst>
      <p:ext uri="{BB962C8B-B14F-4D97-AF65-F5344CB8AC3E}">
        <p14:creationId xmlns:p14="http://schemas.microsoft.com/office/powerpoint/2010/main" val="781735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4788A-ECD2-E16E-11B0-8C9481071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34D3EC5-FF36-C3E3-8270-3010EB6A8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1464518" y="60649"/>
            <a:ext cx="9262964" cy="6736702"/>
          </a:xfrm>
          <a:prstGeom prst="rect">
            <a:avLst/>
          </a:prstGeom>
          <a:ln>
            <a:noFill/>
          </a:ln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11D235A7-773A-6D29-970F-B10B48018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7782982" y="513193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469ED816-0918-EA28-0F99-7BE17CCD42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6884974" y="656445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16B7C814-29F7-D46B-4309-550D0B01E72A}"/>
              </a:ext>
            </a:extLst>
          </p:cNvPr>
          <p:cNvGrpSpPr/>
          <p:nvPr/>
        </p:nvGrpSpPr>
        <p:grpSpPr>
          <a:xfrm>
            <a:off x="3025354" y="728994"/>
            <a:ext cx="1949467" cy="1171847"/>
            <a:chOff x="3023749" y="662966"/>
            <a:chExt cx="2094815" cy="1259217"/>
          </a:xfrm>
        </p:grpSpPr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A18E73F4-B206-C466-132C-563523A936FB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E05E0050-D4B1-B72A-24BB-CCC5AC656A1A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1" name="図 70">
                <a:extLst>
                  <a:ext uri="{FF2B5EF4-FFF2-40B4-BE49-F238E27FC236}">
                    <a16:creationId xmlns:a16="http://schemas.microsoft.com/office/drawing/2014/main" id="{632A22DA-9D5A-5838-D8AC-8605B7F604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4" name="グループ化 73">
              <a:extLst>
                <a:ext uri="{FF2B5EF4-FFF2-40B4-BE49-F238E27FC236}">
                  <a16:creationId xmlns:a16="http://schemas.microsoft.com/office/drawing/2014/main" id="{BF73AEAB-FD3A-D311-258D-4CFFEA217D7F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74DCF953-E7AD-75DE-5C93-9218611ECDF0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6" name="図 75">
                <a:extLst>
                  <a:ext uri="{FF2B5EF4-FFF2-40B4-BE49-F238E27FC236}">
                    <a16:creationId xmlns:a16="http://schemas.microsoft.com/office/drawing/2014/main" id="{17085382-FB22-6427-B2B6-4F4949A0C0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AF55B42E-43E8-F189-B08C-345B93F54B48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548EF4AB-953B-F63C-7B26-8C5A7121E9FB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9" name="図 78">
                <a:extLst>
                  <a:ext uri="{FF2B5EF4-FFF2-40B4-BE49-F238E27FC236}">
                    <a16:creationId xmlns:a16="http://schemas.microsoft.com/office/drawing/2014/main" id="{261B26DA-26A4-83A2-C5C1-51F359C68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53D8D65-0674-1006-4810-B6E1DFF3D710}"/>
              </a:ext>
            </a:extLst>
          </p:cNvPr>
          <p:cNvGrpSpPr/>
          <p:nvPr/>
        </p:nvGrpSpPr>
        <p:grpSpPr>
          <a:xfrm rot="765235">
            <a:off x="541643" y="1343511"/>
            <a:ext cx="856317" cy="856317"/>
            <a:chOff x="1975681" y="3937390"/>
            <a:chExt cx="1007961" cy="100796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C2791DC-F894-A12C-84E9-2B4738AFD636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CEE5A980-8612-6F42-9BD0-18853A6D0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3123E20-C349-A940-AAF2-7E567214B8D3}"/>
              </a:ext>
            </a:extLst>
          </p:cNvPr>
          <p:cNvSpPr/>
          <p:nvPr/>
        </p:nvSpPr>
        <p:spPr>
          <a:xfrm rot="765235">
            <a:off x="581386" y="4738737"/>
            <a:ext cx="776832" cy="776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33D4521-8336-1204-ABC7-4556FCAD84CC}"/>
              </a:ext>
            </a:extLst>
          </p:cNvPr>
          <p:cNvGrpSpPr/>
          <p:nvPr/>
        </p:nvGrpSpPr>
        <p:grpSpPr>
          <a:xfrm>
            <a:off x="10799110" y="1288599"/>
            <a:ext cx="833139" cy="833139"/>
            <a:chOff x="7462825" y="2159900"/>
            <a:chExt cx="890013" cy="890013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C03BE93F-359E-E4DD-970A-8E57D3FBA618}"/>
                </a:ext>
              </a:extLst>
            </p:cNvPr>
            <p:cNvSpPr/>
            <p:nvPr/>
          </p:nvSpPr>
          <p:spPr>
            <a:xfrm rot="21181824">
              <a:off x="7462825" y="2159900"/>
              <a:ext cx="890013" cy="8900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6E7E93E9-8078-3FB0-B38B-9302C1B45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857" y="2223240"/>
              <a:ext cx="770245" cy="770245"/>
            </a:xfrm>
            <a:prstGeom prst="rect">
              <a:avLst/>
            </a:prstGeom>
          </p:spPr>
        </p:pic>
      </p:grp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239A838-5878-899C-80CB-41083E4816DB}"/>
              </a:ext>
            </a:extLst>
          </p:cNvPr>
          <p:cNvSpPr/>
          <p:nvPr/>
        </p:nvSpPr>
        <p:spPr>
          <a:xfrm rot="21181824">
            <a:off x="10799110" y="2940198"/>
            <a:ext cx="833139" cy="8331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A49E78D-FA5D-CC5C-9F87-59778D2BB958}"/>
              </a:ext>
            </a:extLst>
          </p:cNvPr>
          <p:cNvSpPr/>
          <p:nvPr/>
        </p:nvSpPr>
        <p:spPr>
          <a:xfrm rot="21181824">
            <a:off x="10803697" y="1292541"/>
            <a:ext cx="833139" cy="833139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6</a:t>
            </a:r>
            <a:r>
              <a:rPr kumimoji="1"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0s</a:t>
            </a:r>
            <a:endParaRPr kumimoji="1" lang="ja-JP" altLang="en-US">
              <a:latin typeface="07焔極太明朝" panose="02000600000000000000" pitchFamily="50" charset="-128"/>
              <a:ea typeface="07焔極太明朝" panose="020006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F8B20C8-0302-EE7E-FB7A-1D11D196BDD5}"/>
              </a:ext>
            </a:extLst>
          </p:cNvPr>
          <p:cNvSpPr/>
          <p:nvPr/>
        </p:nvSpPr>
        <p:spPr>
          <a:xfrm rot="803638" flipH="1">
            <a:off x="581640" y="1389307"/>
            <a:ext cx="771016" cy="771016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10</a:t>
            </a:r>
            <a:r>
              <a:rPr kumimoji="1" lang="en-US" altLang="ja-JP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s</a:t>
            </a:r>
            <a:endParaRPr kumimoji="1" lang="ja-JP" altLang="en-US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CBB5DD4A-2D70-58D4-D781-5839C143DB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16" y="3019767"/>
            <a:ext cx="898665" cy="673999"/>
          </a:xfrm>
          <a:prstGeom prst="rect">
            <a:avLst/>
          </a:prstGeom>
        </p:spPr>
      </p:pic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EAA2A79B-93F3-8B7F-4042-1E547F5C3BEE}"/>
              </a:ext>
            </a:extLst>
          </p:cNvPr>
          <p:cNvGrpSpPr/>
          <p:nvPr/>
        </p:nvGrpSpPr>
        <p:grpSpPr>
          <a:xfrm>
            <a:off x="10799110" y="4679387"/>
            <a:ext cx="833139" cy="833139"/>
            <a:chOff x="10799110" y="4679387"/>
            <a:chExt cx="833139" cy="833139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B132E9C5-0A14-8CC5-9350-3FC929514794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776CA5D6-9397-1D7B-0F71-CC4F66EE3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D7D9A7F2-126A-80B3-0108-5868F2813E30}"/>
              </a:ext>
            </a:extLst>
          </p:cNvPr>
          <p:cNvGrpSpPr/>
          <p:nvPr/>
        </p:nvGrpSpPr>
        <p:grpSpPr>
          <a:xfrm>
            <a:off x="4678128" y="694981"/>
            <a:ext cx="2094815" cy="1259217"/>
            <a:chOff x="3023749" y="662966"/>
            <a:chExt cx="2094815" cy="1259217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E721EE54-C772-9F19-1F89-E3FE474B21AD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03C669C6-3595-E4D3-3572-8D31BED5E29A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5" name="図 54">
                <a:extLst>
                  <a:ext uri="{FF2B5EF4-FFF2-40B4-BE49-F238E27FC236}">
                    <a16:creationId xmlns:a16="http://schemas.microsoft.com/office/drawing/2014/main" id="{249AAE1F-335C-A72B-413F-4EBBC0AD7C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68971283-0800-28B8-A5DD-6562C9B50292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5FD6EB5E-427F-AA01-1F8B-B015CA0BF6B2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260A023D-0171-E92D-27C7-32895E0624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31370866-CDE2-9E57-BAC0-ED7BC393AF04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04A08286-80F3-5628-3149-C030C7E3AFDA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EB10F82B-FB42-4E6B-7C04-3A5192BE06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pic>
        <p:nvPicPr>
          <p:cNvPr id="57" name="図 56">
            <a:extLst>
              <a:ext uri="{FF2B5EF4-FFF2-40B4-BE49-F238E27FC236}">
                <a16:creationId xmlns:a16="http://schemas.microsoft.com/office/drawing/2014/main" id="{22BE62BE-0486-A59C-6FEE-3416858D384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062" y="2903805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0D5832D-D461-9F49-B6BE-F365F9E24685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405" y="2290949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3CC0EC89-34BA-6153-FE5E-FD330C572E0F}"/>
              </a:ext>
            </a:extLst>
          </p:cNvPr>
          <p:cNvGrpSpPr/>
          <p:nvPr/>
        </p:nvGrpSpPr>
        <p:grpSpPr>
          <a:xfrm>
            <a:off x="9710025" y="1519117"/>
            <a:ext cx="619063" cy="619063"/>
            <a:chOff x="10799110" y="4679387"/>
            <a:chExt cx="833139" cy="833139"/>
          </a:xfrm>
          <a:scene3d>
            <a:camera prst="isometricOffAxis2Right"/>
            <a:lightRig rig="threePt" dir="t"/>
          </a:scene3d>
        </p:grpSpPr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607B1730-5F76-A4D1-E96E-CBE5FFE4C621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E897590D-BD4E-2BA9-C19C-B0DD59A31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pic>
        <p:nvPicPr>
          <p:cNvPr id="72" name="図 71">
            <a:extLst>
              <a:ext uri="{FF2B5EF4-FFF2-40B4-BE49-F238E27FC236}">
                <a16:creationId xmlns:a16="http://schemas.microsoft.com/office/drawing/2014/main" id="{EC7919C3-C39D-489E-3544-ADE6B3BD49F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8899935" y="3444290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7C92CD23-FE72-386C-D57F-CCE3FBD0F55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9098959" y="2842099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08E1D03F-FC52-11AF-826C-DF9DDD347305}"/>
              </a:ext>
            </a:extLst>
          </p:cNvPr>
          <p:cNvGrpSpPr/>
          <p:nvPr/>
        </p:nvGrpSpPr>
        <p:grpSpPr>
          <a:xfrm>
            <a:off x="540604" y="2929405"/>
            <a:ext cx="826175" cy="1106569"/>
            <a:chOff x="540604" y="2929405"/>
            <a:chExt cx="826175" cy="1106569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ACB66302-A8C4-7113-195A-12CC7D4F60AB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6" name="図 85">
              <a:extLst>
                <a:ext uri="{FF2B5EF4-FFF2-40B4-BE49-F238E27FC236}">
                  <a16:creationId xmlns:a16="http://schemas.microsoft.com/office/drawing/2014/main" id="{3C0544A1-5811-C882-F1EE-50A1DAEC4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pic>
        <p:nvPicPr>
          <p:cNvPr id="90" name="図 89">
            <a:extLst>
              <a:ext uri="{FF2B5EF4-FFF2-40B4-BE49-F238E27FC236}">
                <a16:creationId xmlns:a16="http://schemas.microsoft.com/office/drawing/2014/main" id="{B26FB918-9B8C-C0EF-CAE6-5D979F02DF30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6517">
            <a:off x="744895" y="4902609"/>
            <a:ext cx="486411" cy="486411"/>
          </a:xfrm>
          <a:prstGeom prst="rect">
            <a:avLst/>
          </a:prstGeom>
        </p:spPr>
      </p:pic>
      <p:pic>
        <p:nvPicPr>
          <p:cNvPr id="94" name="図 93">
            <a:extLst>
              <a:ext uri="{FF2B5EF4-FFF2-40B4-BE49-F238E27FC236}">
                <a16:creationId xmlns:a16="http://schemas.microsoft.com/office/drawing/2014/main" id="{C0681CD0-F1B0-C112-4756-68CCC81EB070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06652" y="4106261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97" name="図 96">
            <a:extLst>
              <a:ext uri="{FF2B5EF4-FFF2-40B4-BE49-F238E27FC236}">
                <a16:creationId xmlns:a16="http://schemas.microsoft.com/office/drawing/2014/main" id="{233DD733-9272-D401-BBD1-943B8B007862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278916" y="3393420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0" name="図 99">
            <a:extLst>
              <a:ext uri="{FF2B5EF4-FFF2-40B4-BE49-F238E27FC236}">
                <a16:creationId xmlns:a16="http://schemas.microsoft.com/office/drawing/2014/main" id="{AB1126F1-40F3-3B80-0506-A7F4FD587476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15851" y="2752853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4" name="図 103">
            <a:extLst>
              <a:ext uri="{FF2B5EF4-FFF2-40B4-BE49-F238E27FC236}">
                <a16:creationId xmlns:a16="http://schemas.microsoft.com/office/drawing/2014/main" id="{8F08EDAD-F939-B480-9694-1C37AC568DA8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222463" flipH="1">
            <a:off x="8892013" y="2510052"/>
            <a:ext cx="1131336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6" name="図 105">
            <a:extLst>
              <a:ext uri="{FF2B5EF4-FFF2-40B4-BE49-F238E27FC236}">
                <a16:creationId xmlns:a16="http://schemas.microsoft.com/office/drawing/2014/main" id="{7E6FEDAD-2AA4-5623-9CA8-852F22D2C862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812109" y="3844873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8" name="図 107">
            <a:extLst>
              <a:ext uri="{FF2B5EF4-FFF2-40B4-BE49-F238E27FC236}">
                <a16:creationId xmlns:a16="http://schemas.microsoft.com/office/drawing/2014/main" id="{2E4A188D-FA86-E1D2-E6B9-C467FA3173CB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739536" y="3259839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0D700495-175F-EEA2-699E-13EAC1A91233}"/>
              </a:ext>
            </a:extLst>
          </p:cNvPr>
          <p:cNvGrpSpPr/>
          <p:nvPr/>
        </p:nvGrpSpPr>
        <p:grpSpPr>
          <a:xfrm>
            <a:off x="8559947" y="1949661"/>
            <a:ext cx="754362" cy="1010384"/>
            <a:chOff x="540604" y="2929405"/>
            <a:chExt cx="826175" cy="1106569"/>
          </a:xfrm>
          <a:scene3d>
            <a:camera prst="isometricOffAxis2Right"/>
            <a:lightRig rig="threePt" dir="t"/>
          </a:scene3d>
        </p:grpSpPr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9348721B-353C-4E53-2F83-18B8E9331E8E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2" name="図 111">
              <a:extLst>
                <a:ext uri="{FF2B5EF4-FFF2-40B4-BE49-F238E27FC236}">
                  <a16:creationId xmlns:a16="http://schemas.microsoft.com/office/drawing/2014/main" id="{19F095E1-0C20-C031-0190-59EA36299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97426DD5-84F3-B1B5-C517-4891B099B71B}"/>
              </a:ext>
            </a:extLst>
          </p:cNvPr>
          <p:cNvGrpSpPr/>
          <p:nvPr/>
        </p:nvGrpSpPr>
        <p:grpSpPr>
          <a:xfrm rot="3500940">
            <a:off x="7117387" y="3304690"/>
            <a:ext cx="1928100" cy="2139183"/>
            <a:chOff x="9897580" y="2298490"/>
            <a:chExt cx="1928100" cy="2139183"/>
          </a:xfrm>
        </p:grpSpPr>
        <p:pic>
          <p:nvPicPr>
            <p:cNvPr id="101" name="図 100">
              <a:extLst>
                <a:ext uri="{FF2B5EF4-FFF2-40B4-BE49-F238E27FC236}">
                  <a16:creationId xmlns:a16="http://schemas.microsoft.com/office/drawing/2014/main" id="{5EB268B2-A4C1-34CC-B8B1-FC95846CF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430209">
              <a:off x="9987317" y="2298490"/>
              <a:ext cx="1838363" cy="1838363"/>
            </a:xfrm>
            <a:prstGeom prst="rect">
              <a:avLst/>
            </a:prstGeom>
          </p:spPr>
        </p:pic>
        <p:pic>
          <p:nvPicPr>
            <p:cNvPr id="102" name="図 101">
              <a:extLst>
                <a:ext uri="{FF2B5EF4-FFF2-40B4-BE49-F238E27FC236}">
                  <a16:creationId xmlns:a16="http://schemas.microsoft.com/office/drawing/2014/main" id="{D5499C13-B728-D868-3582-135BDEA65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62790">
              <a:off x="9897580" y="3512944"/>
              <a:ext cx="924729" cy="924729"/>
            </a:xfrm>
            <a:prstGeom prst="rect">
              <a:avLst/>
            </a:prstGeom>
          </p:spPr>
        </p:pic>
      </p:grp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1E699AF6-FA22-5FDC-6EEC-023BEB355807}"/>
              </a:ext>
            </a:extLst>
          </p:cNvPr>
          <p:cNvSpPr/>
          <p:nvPr/>
        </p:nvSpPr>
        <p:spPr>
          <a:xfrm>
            <a:off x="1926677" y="1911370"/>
            <a:ext cx="6610297" cy="4206569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>
                <a:lumMod val="95000"/>
              </a:schemeClr>
            </a:solidFill>
          </a:ln>
          <a:effectLst>
            <a:glow rad="63500">
              <a:schemeClr val="bg1">
                <a:lumMod val="9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8CB9943-74BD-8E88-8667-FFD7683B765F}"/>
              </a:ext>
            </a:extLst>
          </p:cNvPr>
          <p:cNvGrpSpPr/>
          <p:nvPr/>
        </p:nvGrpSpPr>
        <p:grpSpPr>
          <a:xfrm>
            <a:off x="4054296" y="2351231"/>
            <a:ext cx="1755523" cy="3240504"/>
            <a:chOff x="4499222" y="6222350"/>
            <a:chExt cx="1755523" cy="3240504"/>
          </a:xfrm>
        </p:grpSpPr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62C9BAF5-052F-8F56-0A36-3083695766F9}"/>
                </a:ext>
              </a:extLst>
            </p:cNvPr>
            <p:cNvSpPr/>
            <p:nvPr/>
          </p:nvSpPr>
          <p:spPr>
            <a:xfrm rot="18947562">
              <a:off x="5144747" y="8424828"/>
              <a:ext cx="1109998" cy="103802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18F0A689-82C8-90E3-CEA5-B159AFCBE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5279191" y="8424828"/>
              <a:ext cx="841110" cy="1038026"/>
            </a:xfrm>
            <a:prstGeom prst="rect">
              <a:avLst/>
            </a:prstGeom>
          </p:spPr>
        </p:pic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9BD397C7-42AE-F807-E4C3-7C2AB4DE297F}"/>
                </a:ext>
              </a:extLst>
            </p:cNvPr>
            <p:cNvSpPr/>
            <p:nvPr/>
          </p:nvSpPr>
          <p:spPr>
            <a:xfrm rot="18947562">
              <a:off x="4767897" y="7671869"/>
              <a:ext cx="1109998" cy="103802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A01718F9-5A53-8100-F5E0-BAB70DB4A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4803883" y="7801622"/>
              <a:ext cx="1038027" cy="778520"/>
            </a:xfrm>
            <a:prstGeom prst="rect">
              <a:avLst/>
            </a:prstGeom>
          </p:spPr>
        </p:pic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920CA27D-DA3E-0B07-E0EA-96E9CE2F5B36}"/>
                </a:ext>
              </a:extLst>
            </p:cNvPr>
            <p:cNvSpPr/>
            <p:nvPr/>
          </p:nvSpPr>
          <p:spPr>
            <a:xfrm rot="378397">
              <a:off x="4908719" y="6923066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28C90368-4893-652B-B40C-B2A843AE4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4942208" y="7043816"/>
              <a:ext cx="966004" cy="724503"/>
            </a:xfrm>
            <a:prstGeom prst="rect">
              <a:avLst/>
            </a:prstGeom>
          </p:spPr>
        </p:pic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806695F-AF8C-0BB5-B408-B8A5B9E4FF7D}"/>
                </a:ext>
              </a:extLst>
            </p:cNvPr>
            <p:cNvSpPr/>
            <p:nvPr/>
          </p:nvSpPr>
          <p:spPr>
            <a:xfrm rot="378397">
              <a:off x="4558015" y="6222350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7D0635D3-7877-12D4-9574-C3EBAA357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8397">
              <a:off x="4591504" y="6222350"/>
              <a:ext cx="966004" cy="966003"/>
            </a:xfrm>
            <a:prstGeom prst="rect">
              <a:avLst/>
            </a:prstGeom>
          </p:spPr>
        </p:pic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66ED46CE-A987-3F61-2653-98CB9194B0B9}"/>
                </a:ext>
              </a:extLst>
            </p:cNvPr>
            <p:cNvSpPr/>
            <p:nvPr/>
          </p:nvSpPr>
          <p:spPr>
            <a:xfrm rot="378397">
              <a:off x="4499222" y="7320966"/>
              <a:ext cx="666127" cy="62293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9452B387-BD73-AB93-325A-891D609F9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4520818" y="7320966"/>
              <a:ext cx="622936" cy="622936"/>
            </a:xfrm>
            <a:prstGeom prst="rect">
              <a:avLst/>
            </a:prstGeom>
          </p:spPr>
        </p:pic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6C65CB4-2028-3653-572A-8AA052F1D3D1}"/>
              </a:ext>
            </a:extLst>
          </p:cNvPr>
          <p:cNvGrpSpPr/>
          <p:nvPr/>
        </p:nvGrpSpPr>
        <p:grpSpPr>
          <a:xfrm>
            <a:off x="1523148" y="2894330"/>
            <a:ext cx="1622798" cy="2128850"/>
            <a:chOff x="1968074" y="6765449"/>
            <a:chExt cx="1622798" cy="2128850"/>
          </a:xfrm>
        </p:grpSpPr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87C85509-8299-0420-C319-DBF5A7AADCE1}"/>
                </a:ext>
              </a:extLst>
            </p:cNvPr>
            <p:cNvSpPr/>
            <p:nvPr/>
          </p:nvSpPr>
          <p:spPr>
            <a:xfrm rot="378397">
              <a:off x="2318777" y="7928296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3" name="図 62">
              <a:extLst>
                <a:ext uri="{FF2B5EF4-FFF2-40B4-BE49-F238E27FC236}">
                  <a16:creationId xmlns:a16="http://schemas.microsoft.com/office/drawing/2014/main" id="{C7575398-0B16-FF58-940A-3C756AFEF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8397">
              <a:off x="2352266" y="7928296"/>
              <a:ext cx="966004" cy="966003"/>
            </a:xfrm>
            <a:prstGeom prst="rect">
              <a:avLst/>
            </a:prstGeom>
          </p:spPr>
        </p:pic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A2ECDE8B-CF13-C0E1-FF22-96737A499F81}"/>
                </a:ext>
              </a:extLst>
            </p:cNvPr>
            <p:cNvSpPr/>
            <p:nvPr/>
          </p:nvSpPr>
          <p:spPr>
            <a:xfrm rot="378397">
              <a:off x="1968074" y="7227581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6" name="図 55">
              <a:extLst>
                <a:ext uri="{FF2B5EF4-FFF2-40B4-BE49-F238E27FC236}">
                  <a16:creationId xmlns:a16="http://schemas.microsoft.com/office/drawing/2014/main" id="{E5CCE5ED-36A9-05C9-4CD7-3BAD1D9D9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2093190" y="7227581"/>
              <a:ext cx="782750" cy="966003"/>
            </a:xfrm>
            <a:prstGeom prst="rect">
              <a:avLst/>
            </a:prstGeom>
          </p:spPr>
        </p:pic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804C644E-B033-FC42-BDD7-1430F156529D}"/>
                </a:ext>
              </a:extLst>
            </p:cNvPr>
            <p:cNvSpPr/>
            <p:nvPr/>
          </p:nvSpPr>
          <p:spPr>
            <a:xfrm rot="378397">
              <a:off x="2311108" y="6765449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3" name="図 42">
              <a:extLst>
                <a:ext uri="{FF2B5EF4-FFF2-40B4-BE49-F238E27FC236}">
                  <a16:creationId xmlns:a16="http://schemas.microsoft.com/office/drawing/2014/main" id="{46A83621-9728-E023-FF40-0E7D579D7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2344597" y="6765449"/>
              <a:ext cx="966003" cy="966003"/>
            </a:xfrm>
            <a:prstGeom prst="rect">
              <a:avLst/>
            </a:prstGeom>
          </p:spPr>
        </p:pic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6DC960C0-72B2-7FB0-9428-C809BC450E39}"/>
                </a:ext>
              </a:extLst>
            </p:cNvPr>
            <p:cNvSpPr/>
            <p:nvPr/>
          </p:nvSpPr>
          <p:spPr>
            <a:xfrm rot="18947562">
              <a:off x="2990885" y="7613647"/>
              <a:ext cx="599987" cy="5610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6" name="図 35">
              <a:extLst>
                <a:ext uri="{FF2B5EF4-FFF2-40B4-BE49-F238E27FC236}">
                  <a16:creationId xmlns:a16="http://schemas.microsoft.com/office/drawing/2014/main" id="{EE766FC8-6A0B-A3A2-D796-998B24015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3010336" y="7683782"/>
              <a:ext cx="561084" cy="420813"/>
            </a:xfrm>
            <a:prstGeom prst="rect">
              <a:avLst/>
            </a:prstGeom>
          </p:spPr>
        </p:pic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9FA365F1-1C0A-2D7D-A76F-FE6BF55382F0}"/>
              </a:ext>
            </a:extLst>
          </p:cNvPr>
          <p:cNvGrpSpPr/>
          <p:nvPr/>
        </p:nvGrpSpPr>
        <p:grpSpPr>
          <a:xfrm>
            <a:off x="7037387" y="2411129"/>
            <a:ext cx="2223769" cy="3314949"/>
            <a:chOff x="7482313" y="6282248"/>
            <a:chExt cx="2223769" cy="3314949"/>
          </a:xfrm>
        </p:grpSpPr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4F87D73F-450C-6D7A-D637-6F5A9B580FD6}"/>
                </a:ext>
              </a:extLst>
            </p:cNvPr>
            <p:cNvSpPr/>
            <p:nvPr/>
          </p:nvSpPr>
          <p:spPr>
            <a:xfrm rot="18947562">
              <a:off x="8362155" y="8559172"/>
              <a:ext cx="1109998" cy="103802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5" name="図 104">
              <a:extLst>
                <a:ext uri="{FF2B5EF4-FFF2-40B4-BE49-F238E27FC236}">
                  <a16:creationId xmlns:a16="http://schemas.microsoft.com/office/drawing/2014/main" id="{00C238B3-58B4-A24F-3EF9-E5D6D91C8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8398141" y="8688925"/>
              <a:ext cx="1038027" cy="778520"/>
            </a:xfrm>
            <a:prstGeom prst="rect">
              <a:avLst/>
            </a:prstGeom>
          </p:spPr>
        </p:pic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30C34098-960B-56ED-0125-F377E4716223}"/>
                </a:ext>
              </a:extLst>
            </p:cNvPr>
            <p:cNvSpPr/>
            <p:nvPr/>
          </p:nvSpPr>
          <p:spPr>
            <a:xfrm rot="18947562">
              <a:off x="9106095" y="8382115"/>
              <a:ext cx="599987" cy="5610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8" name="図 97">
              <a:extLst>
                <a:ext uri="{FF2B5EF4-FFF2-40B4-BE49-F238E27FC236}">
                  <a16:creationId xmlns:a16="http://schemas.microsoft.com/office/drawing/2014/main" id="{BC215F79-E893-667B-1BDD-5B921A8A5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9125546" y="8382115"/>
              <a:ext cx="561084" cy="561084"/>
            </a:xfrm>
            <a:prstGeom prst="rect">
              <a:avLst/>
            </a:prstGeom>
          </p:spPr>
        </p:pic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1E1761CD-05B0-3284-3F86-41014E32E613}"/>
                </a:ext>
              </a:extLst>
            </p:cNvPr>
            <p:cNvSpPr/>
            <p:nvPr/>
          </p:nvSpPr>
          <p:spPr>
            <a:xfrm rot="378397">
              <a:off x="8165050" y="7521965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5" name="図 94">
              <a:extLst>
                <a:ext uri="{FF2B5EF4-FFF2-40B4-BE49-F238E27FC236}">
                  <a16:creationId xmlns:a16="http://schemas.microsoft.com/office/drawing/2014/main" id="{DADCE0D3-E3E5-1587-29F1-244CD59E3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8397">
              <a:off x="8198539" y="7521965"/>
              <a:ext cx="966004" cy="966003"/>
            </a:xfrm>
            <a:prstGeom prst="rect">
              <a:avLst/>
            </a:prstGeom>
          </p:spPr>
        </p:pic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1B1AB557-D3F7-D046-03EC-8CF228594AC5}"/>
                </a:ext>
              </a:extLst>
            </p:cNvPr>
            <p:cNvSpPr/>
            <p:nvPr/>
          </p:nvSpPr>
          <p:spPr>
            <a:xfrm rot="378397">
              <a:off x="7810008" y="6961186"/>
              <a:ext cx="849462" cy="79438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2" name="図 91">
              <a:extLst>
                <a:ext uri="{FF2B5EF4-FFF2-40B4-BE49-F238E27FC236}">
                  <a16:creationId xmlns:a16="http://schemas.microsoft.com/office/drawing/2014/main" id="{046584D5-CE75-509A-F7E5-DB2E3CAC4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7837547" y="7060483"/>
              <a:ext cx="794384" cy="595788"/>
            </a:xfrm>
            <a:prstGeom prst="rect">
              <a:avLst/>
            </a:prstGeom>
          </p:spPr>
        </p:pic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B4E34940-32F4-156A-1BFF-E07DEB214C48}"/>
                </a:ext>
              </a:extLst>
            </p:cNvPr>
            <p:cNvSpPr/>
            <p:nvPr/>
          </p:nvSpPr>
          <p:spPr>
            <a:xfrm rot="378397">
              <a:off x="7482313" y="6282248"/>
              <a:ext cx="666127" cy="62293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9" name="図 88">
              <a:extLst>
                <a:ext uri="{FF2B5EF4-FFF2-40B4-BE49-F238E27FC236}">
                  <a16:creationId xmlns:a16="http://schemas.microsoft.com/office/drawing/2014/main" id="{B8BA7568-1A49-F84E-2F12-CAA58FFC7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7562995" y="6282248"/>
              <a:ext cx="504763" cy="622936"/>
            </a:xfrm>
            <a:prstGeom prst="rect">
              <a:avLst/>
            </a:prstGeom>
          </p:spPr>
        </p:pic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08E7C4D8-6843-B08D-829D-FA6E6380A648}"/>
                </a:ext>
              </a:extLst>
            </p:cNvPr>
            <p:cNvSpPr/>
            <p:nvPr/>
          </p:nvSpPr>
          <p:spPr>
            <a:xfrm rot="8291681" flipV="1">
              <a:off x="8439370" y="6994172"/>
              <a:ext cx="666127" cy="62293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7" name="図 86">
              <a:extLst>
                <a:ext uri="{FF2B5EF4-FFF2-40B4-BE49-F238E27FC236}">
                  <a16:creationId xmlns:a16="http://schemas.microsoft.com/office/drawing/2014/main" id="{8AB6C509-1DB2-74D6-24F8-247475197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291681" flipV="1">
              <a:off x="8460966" y="6994172"/>
              <a:ext cx="622936" cy="62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2938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95233-DAE5-48DD-277C-4EDDC0CA8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29BEB27-75AC-EEC8-5923-F9C69B59C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1464518" y="60649"/>
            <a:ext cx="9262964" cy="6736702"/>
          </a:xfrm>
          <a:prstGeom prst="rect">
            <a:avLst/>
          </a:prstGeom>
          <a:ln>
            <a:noFill/>
          </a:ln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3415FB5F-3A14-9666-3F5C-CDF77FF848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7782982" y="513193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F8DCA4C8-F146-CE00-81EE-2CF1346C3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6884974" y="656445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EE1E8879-0087-6D6F-E8F3-89A6B993838F}"/>
              </a:ext>
            </a:extLst>
          </p:cNvPr>
          <p:cNvGrpSpPr/>
          <p:nvPr/>
        </p:nvGrpSpPr>
        <p:grpSpPr>
          <a:xfrm>
            <a:off x="3025354" y="728994"/>
            <a:ext cx="1949467" cy="1171847"/>
            <a:chOff x="3023749" y="662966"/>
            <a:chExt cx="2094815" cy="1259217"/>
          </a:xfrm>
        </p:grpSpPr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953F896F-E360-6525-70E7-EBF51C247F36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4C6F7BAF-03F0-2809-C482-DC8ED01CE028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1" name="図 70">
                <a:extLst>
                  <a:ext uri="{FF2B5EF4-FFF2-40B4-BE49-F238E27FC236}">
                    <a16:creationId xmlns:a16="http://schemas.microsoft.com/office/drawing/2014/main" id="{3148E20F-D774-CF6F-8A08-ADB941AB3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4" name="グループ化 73">
              <a:extLst>
                <a:ext uri="{FF2B5EF4-FFF2-40B4-BE49-F238E27FC236}">
                  <a16:creationId xmlns:a16="http://schemas.microsoft.com/office/drawing/2014/main" id="{A2A7522F-504F-53CC-ED3D-8A908C51A3D4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6C1070DE-B1E9-CAE1-3678-E435192447DE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6" name="図 75">
                <a:extLst>
                  <a:ext uri="{FF2B5EF4-FFF2-40B4-BE49-F238E27FC236}">
                    <a16:creationId xmlns:a16="http://schemas.microsoft.com/office/drawing/2014/main" id="{5E3E2AA8-DC9D-9BFF-E80A-F440EC174C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93D01E72-7C4D-0C0B-3C8B-A8FE90A71A7D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38833C96-FC65-769D-4EB6-D898EDAA0C2E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9" name="図 78">
                <a:extLst>
                  <a:ext uri="{FF2B5EF4-FFF2-40B4-BE49-F238E27FC236}">
                    <a16:creationId xmlns:a16="http://schemas.microsoft.com/office/drawing/2014/main" id="{DE1F5E6A-2369-D559-A684-19E8532BF8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D33DF2A-736C-1D89-AB93-44BF847870A2}"/>
              </a:ext>
            </a:extLst>
          </p:cNvPr>
          <p:cNvGrpSpPr/>
          <p:nvPr/>
        </p:nvGrpSpPr>
        <p:grpSpPr>
          <a:xfrm rot="765235">
            <a:off x="541643" y="1343511"/>
            <a:ext cx="856317" cy="856317"/>
            <a:chOff x="1975681" y="3937390"/>
            <a:chExt cx="1007961" cy="100796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B23E53D-0A98-BF9C-3E98-9AAB3D763C5A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5128AF16-6F02-1BE4-DAF6-410B5E6AA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EE58ED4-7016-2E85-9B11-71E86F9CFB6C}"/>
              </a:ext>
            </a:extLst>
          </p:cNvPr>
          <p:cNvSpPr/>
          <p:nvPr/>
        </p:nvSpPr>
        <p:spPr>
          <a:xfrm rot="765235">
            <a:off x="581386" y="4738737"/>
            <a:ext cx="776832" cy="776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D03372E0-6472-35F3-5F30-F56285B6F600}"/>
              </a:ext>
            </a:extLst>
          </p:cNvPr>
          <p:cNvGrpSpPr/>
          <p:nvPr/>
        </p:nvGrpSpPr>
        <p:grpSpPr>
          <a:xfrm>
            <a:off x="10799110" y="1288599"/>
            <a:ext cx="833139" cy="833139"/>
            <a:chOff x="7462825" y="2159900"/>
            <a:chExt cx="890013" cy="890013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2A7AA2FC-465C-9985-2812-403A0BE24B52}"/>
                </a:ext>
              </a:extLst>
            </p:cNvPr>
            <p:cNvSpPr/>
            <p:nvPr/>
          </p:nvSpPr>
          <p:spPr>
            <a:xfrm rot="21181824">
              <a:off x="7462825" y="2159900"/>
              <a:ext cx="890013" cy="8900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4DF3208A-61D4-7DB4-181A-22624A40A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857" y="2223240"/>
              <a:ext cx="770245" cy="770245"/>
            </a:xfrm>
            <a:prstGeom prst="rect">
              <a:avLst/>
            </a:prstGeom>
          </p:spPr>
        </p:pic>
      </p:grp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7EA6ACE-FEF4-1033-18C0-CE46BFB59DD0}"/>
              </a:ext>
            </a:extLst>
          </p:cNvPr>
          <p:cNvSpPr/>
          <p:nvPr/>
        </p:nvSpPr>
        <p:spPr>
          <a:xfrm rot="21181824">
            <a:off x="10799110" y="2940198"/>
            <a:ext cx="833139" cy="8331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537A9E4-A731-C857-B831-B02F6F6E88D1}"/>
              </a:ext>
            </a:extLst>
          </p:cNvPr>
          <p:cNvSpPr/>
          <p:nvPr/>
        </p:nvSpPr>
        <p:spPr>
          <a:xfrm rot="21181824">
            <a:off x="10803697" y="1292541"/>
            <a:ext cx="833139" cy="833139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6</a:t>
            </a:r>
            <a:r>
              <a:rPr kumimoji="1"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0s</a:t>
            </a:r>
            <a:endParaRPr kumimoji="1" lang="ja-JP" altLang="en-US">
              <a:latin typeface="07焔極太明朝" panose="02000600000000000000" pitchFamily="50" charset="-128"/>
              <a:ea typeface="07焔極太明朝" panose="020006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F684426-E2EC-4A40-545C-5D577F336601}"/>
              </a:ext>
            </a:extLst>
          </p:cNvPr>
          <p:cNvSpPr/>
          <p:nvPr/>
        </p:nvSpPr>
        <p:spPr>
          <a:xfrm rot="803638" flipH="1">
            <a:off x="581640" y="1389307"/>
            <a:ext cx="771016" cy="771016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10</a:t>
            </a:r>
            <a:r>
              <a:rPr kumimoji="1" lang="en-US" altLang="ja-JP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s</a:t>
            </a:r>
            <a:endParaRPr kumimoji="1" lang="ja-JP" altLang="en-US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896F6CD4-C934-D924-5BAB-CFF4BCC53A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16" y="3019767"/>
            <a:ext cx="898665" cy="673999"/>
          </a:xfrm>
          <a:prstGeom prst="rect">
            <a:avLst/>
          </a:prstGeom>
        </p:spPr>
      </p:pic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F144895E-F826-813B-CFF4-085CA8EFDD47}"/>
              </a:ext>
            </a:extLst>
          </p:cNvPr>
          <p:cNvGrpSpPr/>
          <p:nvPr/>
        </p:nvGrpSpPr>
        <p:grpSpPr>
          <a:xfrm>
            <a:off x="10799110" y="4679387"/>
            <a:ext cx="833139" cy="833139"/>
            <a:chOff x="10799110" y="4679387"/>
            <a:chExt cx="833139" cy="833139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472D20DC-9C87-9EDE-689C-4163510486AA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B1790094-EFB7-61D3-0D17-467E74A8D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5C1D8AB6-0A29-5E24-5872-47C0A8261FDD}"/>
              </a:ext>
            </a:extLst>
          </p:cNvPr>
          <p:cNvGrpSpPr/>
          <p:nvPr/>
        </p:nvGrpSpPr>
        <p:grpSpPr>
          <a:xfrm>
            <a:off x="4678128" y="694981"/>
            <a:ext cx="2094815" cy="1259217"/>
            <a:chOff x="3023749" y="662966"/>
            <a:chExt cx="2094815" cy="1259217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2FCCBBB9-934A-EF5F-B358-06AF76B261B6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F24B9435-E140-120E-D118-3ED24C2C66F3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5" name="図 54">
                <a:extLst>
                  <a:ext uri="{FF2B5EF4-FFF2-40B4-BE49-F238E27FC236}">
                    <a16:creationId xmlns:a16="http://schemas.microsoft.com/office/drawing/2014/main" id="{236D5AF1-1055-5525-7271-6692CAD9AD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8797ECC6-2C4A-9A50-0F88-87ED54CEB63B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DC3FDC2D-3EAC-F1A3-2346-B8544B31EA0D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9987355D-6FE5-D755-A1A4-F6B84CB357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F99D0A65-2751-ECCE-1CF1-45CBE0B6445A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DA7A8762-9CD3-6011-AF0A-8CA7959A0800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E8CAAA31-2D69-9288-485C-01714C4AFC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pic>
        <p:nvPicPr>
          <p:cNvPr id="57" name="図 56">
            <a:extLst>
              <a:ext uri="{FF2B5EF4-FFF2-40B4-BE49-F238E27FC236}">
                <a16:creationId xmlns:a16="http://schemas.microsoft.com/office/drawing/2014/main" id="{71A3979B-0446-CA51-38E2-233FF7F32FB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062" y="2903805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2B96F04E-2C5D-E09A-6ED5-0405D3EF20AB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405" y="2290949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0CC9EC1C-0B1D-7EA7-7816-ED4BB8F0C847}"/>
              </a:ext>
            </a:extLst>
          </p:cNvPr>
          <p:cNvGrpSpPr/>
          <p:nvPr/>
        </p:nvGrpSpPr>
        <p:grpSpPr>
          <a:xfrm>
            <a:off x="9710025" y="1519117"/>
            <a:ext cx="619063" cy="619063"/>
            <a:chOff x="10799110" y="4679387"/>
            <a:chExt cx="833139" cy="833139"/>
          </a:xfrm>
          <a:scene3d>
            <a:camera prst="isometricOffAxis2Right"/>
            <a:lightRig rig="threePt" dir="t"/>
          </a:scene3d>
        </p:grpSpPr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9542C4C8-EB51-3C49-976C-156E307114E2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4C472728-3EAB-8136-62A4-35EA405BF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pic>
        <p:nvPicPr>
          <p:cNvPr id="72" name="図 71">
            <a:extLst>
              <a:ext uri="{FF2B5EF4-FFF2-40B4-BE49-F238E27FC236}">
                <a16:creationId xmlns:a16="http://schemas.microsoft.com/office/drawing/2014/main" id="{D0D237E7-0300-5A98-391E-91EAAA1CF8F8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8899935" y="3444290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1FA91B3D-463F-5A2A-0A29-F5645A7F956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9098959" y="2842099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6E95D8B2-1261-FCCB-53D0-AE716B180BDD}"/>
              </a:ext>
            </a:extLst>
          </p:cNvPr>
          <p:cNvGrpSpPr/>
          <p:nvPr/>
        </p:nvGrpSpPr>
        <p:grpSpPr>
          <a:xfrm>
            <a:off x="540604" y="2929405"/>
            <a:ext cx="826175" cy="1106569"/>
            <a:chOff x="540604" y="2929405"/>
            <a:chExt cx="826175" cy="1106569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521E888F-A2C3-6355-B285-F45B693A47B4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6" name="図 85">
              <a:extLst>
                <a:ext uri="{FF2B5EF4-FFF2-40B4-BE49-F238E27FC236}">
                  <a16:creationId xmlns:a16="http://schemas.microsoft.com/office/drawing/2014/main" id="{C267C6D1-298A-7A02-EA95-61D475009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pic>
        <p:nvPicPr>
          <p:cNvPr id="90" name="図 89">
            <a:extLst>
              <a:ext uri="{FF2B5EF4-FFF2-40B4-BE49-F238E27FC236}">
                <a16:creationId xmlns:a16="http://schemas.microsoft.com/office/drawing/2014/main" id="{45720E7C-B181-ABCF-6B0E-98437C0EF9C5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6517">
            <a:off x="744895" y="4902609"/>
            <a:ext cx="486411" cy="486411"/>
          </a:xfrm>
          <a:prstGeom prst="rect">
            <a:avLst/>
          </a:prstGeom>
        </p:spPr>
      </p:pic>
      <p:pic>
        <p:nvPicPr>
          <p:cNvPr id="94" name="図 93">
            <a:extLst>
              <a:ext uri="{FF2B5EF4-FFF2-40B4-BE49-F238E27FC236}">
                <a16:creationId xmlns:a16="http://schemas.microsoft.com/office/drawing/2014/main" id="{8F777C2A-4734-2EDF-2382-96F26DF27752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06652" y="4106261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97" name="図 96">
            <a:extLst>
              <a:ext uri="{FF2B5EF4-FFF2-40B4-BE49-F238E27FC236}">
                <a16:creationId xmlns:a16="http://schemas.microsoft.com/office/drawing/2014/main" id="{A679DE36-7C6D-8C6C-BF78-5BA44450BDB0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278916" y="3393420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0" name="図 99">
            <a:extLst>
              <a:ext uri="{FF2B5EF4-FFF2-40B4-BE49-F238E27FC236}">
                <a16:creationId xmlns:a16="http://schemas.microsoft.com/office/drawing/2014/main" id="{90528016-B69B-C154-BE5C-E685A949324E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15851" y="2752853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4" name="図 103">
            <a:extLst>
              <a:ext uri="{FF2B5EF4-FFF2-40B4-BE49-F238E27FC236}">
                <a16:creationId xmlns:a16="http://schemas.microsoft.com/office/drawing/2014/main" id="{DF739E2D-812A-6110-AB1E-483C18AA7D55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222463" flipH="1">
            <a:off x="8892013" y="2510052"/>
            <a:ext cx="1131336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6" name="図 105">
            <a:extLst>
              <a:ext uri="{FF2B5EF4-FFF2-40B4-BE49-F238E27FC236}">
                <a16:creationId xmlns:a16="http://schemas.microsoft.com/office/drawing/2014/main" id="{47072B56-6BBB-53BD-E363-E891D29088DE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812109" y="3844873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8" name="図 107">
            <a:extLst>
              <a:ext uri="{FF2B5EF4-FFF2-40B4-BE49-F238E27FC236}">
                <a16:creationId xmlns:a16="http://schemas.microsoft.com/office/drawing/2014/main" id="{3085BEFD-D40A-A10A-5503-CA52FD42E0FB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739536" y="3259839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6F30BF67-0DF3-BEAA-4307-C698DB1BA64D}"/>
              </a:ext>
            </a:extLst>
          </p:cNvPr>
          <p:cNvGrpSpPr/>
          <p:nvPr/>
        </p:nvGrpSpPr>
        <p:grpSpPr>
          <a:xfrm>
            <a:off x="8559947" y="1949661"/>
            <a:ext cx="754362" cy="1010384"/>
            <a:chOff x="540604" y="2929405"/>
            <a:chExt cx="826175" cy="1106569"/>
          </a:xfrm>
          <a:scene3d>
            <a:camera prst="isometricOffAxis2Right"/>
            <a:lightRig rig="threePt" dir="t"/>
          </a:scene3d>
        </p:grpSpPr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49620321-B9F8-6B4A-CE4B-BA7AF35B89D9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2" name="図 111">
              <a:extLst>
                <a:ext uri="{FF2B5EF4-FFF2-40B4-BE49-F238E27FC236}">
                  <a16:creationId xmlns:a16="http://schemas.microsoft.com/office/drawing/2014/main" id="{A2290DB5-FF01-8C96-27D3-ABBB93707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F481F94D-7B0E-9A8D-141C-5F25E0B8ED37}"/>
              </a:ext>
            </a:extLst>
          </p:cNvPr>
          <p:cNvGrpSpPr/>
          <p:nvPr/>
        </p:nvGrpSpPr>
        <p:grpSpPr>
          <a:xfrm rot="3500940">
            <a:off x="7117387" y="3304690"/>
            <a:ext cx="1928100" cy="2139183"/>
            <a:chOff x="9897580" y="2298490"/>
            <a:chExt cx="1928100" cy="2139183"/>
          </a:xfrm>
        </p:grpSpPr>
        <p:pic>
          <p:nvPicPr>
            <p:cNvPr id="101" name="図 100">
              <a:extLst>
                <a:ext uri="{FF2B5EF4-FFF2-40B4-BE49-F238E27FC236}">
                  <a16:creationId xmlns:a16="http://schemas.microsoft.com/office/drawing/2014/main" id="{DD68D637-91F9-BA42-C45C-E07EA952B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430209">
              <a:off x="9987317" y="2298490"/>
              <a:ext cx="1838363" cy="1838363"/>
            </a:xfrm>
            <a:prstGeom prst="rect">
              <a:avLst/>
            </a:prstGeom>
          </p:spPr>
        </p:pic>
        <p:pic>
          <p:nvPicPr>
            <p:cNvPr id="102" name="図 101">
              <a:extLst>
                <a:ext uri="{FF2B5EF4-FFF2-40B4-BE49-F238E27FC236}">
                  <a16:creationId xmlns:a16="http://schemas.microsoft.com/office/drawing/2014/main" id="{6A8FBE25-F30C-2DFE-5AFF-61649ACBF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62790">
              <a:off x="9897580" y="3512944"/>
              <a:ext cx="924729" cy="924729"/>
            </a:xfrm>
            <a:prstGeom prst="rect">
              <a:avLst/>
            </a:prstGeom>
          </p:spPr>
        </p:pic>
      </p:grp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3A505E02-1F78-B5E7-BEDE-08796A219D1C}"/>
              </a:ext>
            </a:extLst>
          </p:cNvPr>
          <p:cNvSpPr/>
          <p:nvPr/>
        </p:nvSpPr>
        <p:spPr>
          <a:xfrm>
            <a:off x="1926677" y="1911370"/>
            <a:ext cx="6610297" cy="420656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glow rad="63500">
              <a:schemeClr val="bg1">
                <a:lumMod val="9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9" name="図 258">
            <a:extLst>
              <a:ext uri="{FF2B5EF4-FFF2-40B4-BE49-F238E27FC236}">
                <a16:creationId xmlns:a16="http://schemas.microsoft.com/office/drawing/2014/main" id="{CC5DECA7-C5D4-C96E-CDDA-CF359B44047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22" t="11807" r="9032" b="23339"/>
          <a:stretch>
            <a:fillRect/>
          </a:stretch>
        </p:blipFill>
        <p:spPr>
          <a:xfrm>
            <a:off x="1944079" y="1945129"/>
            <a:ext cx="6559208" cy="4172810"/>
          </a:xfrm>
          <a:prstGeom prst="rect">
            <a:avLst/>
          </a:prstGeom>
        </p:spPr>
      </p:pic>
      <p:grpSp>
        <p:nvGrpSpPr>
          <p:cNvPr id="267" name="グループ化 266">
            <a:extLst>
              <a:ext uri="{FF2B5EF4-FFF2-40B4-BE49-F238E27FC236}">
                <a16:creationId xmlns:a16="http://schemas.microsoft.com/office/drawing/2014/main" id="{EEDAC3E5-2512-AC9F-1D8E-5CD691C795FC}"/>
              </a:ext>
            </a:extLst>
          </p:cNvPr>
          <p:cNvGrpSpPr/>
          <p:nvPr/>
        </p:nvGrpSpPr>
        <p:grpSpPr>
          <a:xfrm>
            <a:off x="4032158" y="3104025"/>
            <a:ext cx="1920958" cy="1920958"/>
            <a:chOff x="4395016" y="3045969"/>
            <a:chExt cx="1920958" cy="1920958"/>
          </a:xfrm>
          <a:scene3d>
            <a:camera prst="perspectiveLeft" fov="1200000">
              <a:rot lat="0" lon="600000" rev="0"/>
            </a:camera>
            <a:lightRig rig="threePt" dir="t"/>
          </a:scene3d>
        </p:grpSpPr>
        <p:sp>
          <p:nvSpPr>
            <p:cNvPr id="261" name="楕円 260">
              <a:extLst>
                <a:ext uri="{FF2B5EF4-FFF2-40B4-BE49-F238E27FC236}">
                  <a16:creationId xmlns:a16="http://schemas.microsoft.com/office/drawing/2014/main" id="{AB3396E4-BEFF-BE3F-0102-CA3A255479DA}"/>
                </a:ext>
              </a:extLst>
            </p:cNvPr>
            <p:cNvSpPr/>
            <p:nvPr/>
          </p:nvSpPr>
          <p:spPr>
            <a:xfrm>
              <a:off x="4395016" y="3045969"/>
              <a:ext cx="1920958" cy="19209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glow rad="88900">
                <a:schemeClr val="tx1">
                  <a:lumMod val="85000"/>
                  <a:lumOff val="15000"/>
                  <a:alpha val="7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66" name="図 265">
              <a:extLst>
                <a:ext uri="{FF2B5EF4-FFF2-40B4-BE49-F238E27FC236}">
                  <a16:creationId xmlns:a16="http://schemas.microsoft.com/office/drawing/2014/main" id="{DED7D2C1-A694-74B2-6AA9-741A81940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5060" y="3414399"/>
              <a:ext cx="1225280" cy="13046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5765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E3F48-CC86-F956-D8B0-FD9DBBB65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0B8665D-7230-7EA5-1BD9-AF770DE30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1464518" y="60649"/>
            <a:ext cx="9262964" cy="6736702"/>
          </a:xfrm>
          <a:prstGeom prst="rect">
            <a:avLst/>
          </a:prstGeom>
          <a:ln>
            <a:noFill/>
          </a:ln>
        </p:spPr>
      </p:pic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EF62CEFC-0EF7-27A6-CA6F-5CA19C667F3E}"/>
              </a:ext>
            </a:extLst>
          </p:cNvPr>
          <p:cNvGrpSpPr/>
          <p:nvPr/>
        </p:nvGrpSpPr>
        <p:grpSpPr>
          <a:xfrm rot="765235">
            <a:off x="2362398" y="2196217"/>
            <a:ext cx="981079" cy="981079"/>
            <a:chOff x="1975681" y="3937390"/>
            <a:chExt cx="1007961" cy="100796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BDAE091-D90B-13A6-E6D5-E762C07F98DA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C88BEB1B-AFBE-8F62-0B9B-5752F2082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pic>
        <p:nvPicPr>
          <p:cNvPr id="65" name="図 64">
            <a:extLst>
              <a:ext uri="{FF2B5EF4-FFF2-40B4-BE49-F238E27FC236}">
                <a16:creationId xmlns:a16="http://schemas.microsoft.com/office/drawing/2014/main" id="{7ADD8504-3028-8828-A418-0DD9685969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7782982" y="513193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005AE657-AF48-0A55-BDC4-9CF79F15D2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6884974" y="656445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44EC4ED3-3B75-FE81-5AFD-BFA772C1D446}"/>
              </a:ext>
            </a:extLst>
          </p:cNvPr>
          <p:cNvGrpSpPr/>
          <p:nvPr/>
        </p:nvGrpSpPr>
        <p:grpSpPr>
          <a:xfrm>
            <a:off x="3025354" y="728994"/>
            <a:ext cx="1949467" cy="1171847"/>
            <a:chOff x="3023749" y="662966"/>
            <a:chExt cx="2094815" cy="1259217"/>
          </a:xfrm>
        </p:grpSpPr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780D403C-DC83-712A-D510-0ECA18F5A573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CD358631-07DE-30D9-C699-6FDF8A123392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1" name="図 70">
                <a:extLst>
                  <a:ext uri="{FF2B5EF4-FFF2-40B4-BE49-F238E27FC236}">
                    <a16:creationId xmlns:a16="http://schemas.microsoft.com/office/drawing/2014/main" id="{97D77ABE-3615-3421-9815-E71E26B3D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4" name="グループ化 73">
              <a:extLst>
                <a:ext uri="{FF2B5EF4-FFF2-40B4-BE49-F238E27FC236}">
                  <a16:creationId xmlns:a16="http://schemas.microsoft.com/office/drawing/2014/main" id="{33A1BDF1-4412-4A0B-8177-D3D4CE5D3832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7657DA49-1569-A30C-BA71-163D02655742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6" name="図 75">
                <a:extLst>
                  <a:ext uri="{FF2B5EF4-FFF2-40B4-BE49-F238E27FC236}">
                    <a16:creationId xmlns:a16="http://schemas.microsoft.com/office/drawing/2014/main" id="{43E0CF4D-55DE-A5C1-963D-3DAC4C9DDE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1076C0E9-F993-9520-0E89-77972AF43209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80E4AECC-94C4-7782-864A-8B6673F67D17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9" name="図 78">
                <a:extLst>
                  <a:ext uri="{FF2B5EF4-FFF2-40B4-BE49-F238E27FC236}">
                    <a16:creationId xmlns:a16="http://schemas.microsoft.com/office/drawing/2014/main" id="{B08DF69B-B6E8-1717-DD4E-14A921B533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pic>
        <p:nvPicPr>
          <p:cNvPr id="85" name="図 84">
            <a:extLst>
              <a:ext uri="{FF2B5EF4-FFF2-40B4-BE49-F238E27FC236}">
                <a16:creationId xmlns:a16="http://schemas.microsoft.com/office/drawing/2014/main" id="{5B87930B-1C1C-143C-F398-7FB3D4CFC58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76" b="73329"/>
          <a:stretch>
            <a:fillRect/>
          </a:stretch>
        </p:blipFill>
        <p:spPr>
          <a:xfrm flipH="1">
            <a:off x="2171444" y="4777957"/>
            <a:ext cx="1084689" cy="1022256"/>
          </a:xfrm>
          <a:prstGeom prst="rect">
            <a:avLst/>
          </a:prstGeom>
        </p:spPr>
      </p:pic>
      <p:pic>
        <p:nvPicPr>
          <p:cNvPr id="87" name="図 86">
            <a:extLst>
              <a:ext uri="{FF2B5EF4-FFF2-40B4-BE49-F238E27FC236}">
                <a16:creationId xmlns:a16="http://schemas.microsoft.com/office/drawing/2014/main" id="{13D143C6-1D26-9091-1A82-091F49A0F88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84" b="51116"/>
          <a:stretch>
            <a:fillRect/>
          </a:stretch>
        </p:blipFill>
        <p:spPr>
          <a:xfrm rot="3584158">
            <a:off x="4046560" y="2142190"/>
            <a:ext cx="1218350" cy="1659523"/>
          </a:xfrm>
          <a:prstGeom prst="rect">
            <a:avLst/>
          </a:prstGeom>
        </p:spPr>
      </p:pic>
      <p:pic>
        <p:nvPicPr>
          <p:cNvPr id="89" name="図 88">
            <a:extLst>
              <a:ext uri="{FF2B5EF4-FFF2-40B4-BE49-F238E27FC236}">
                <a16:creationId xmlns:a16="http://schemas.microsoft.com/office/drawing/2014/main" id="{0477D97E-9D7C-D373-9534-B0EAB808DE3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5060" r="64244" b="52313"/>
          <a:stretch>
            <a:fillRect/>
          </a:stretch>
        </p:blipFill>
        <p:spPr>
          <a:xfrm>
            <a:off x="6003479" y="2242919"/>
            <a:ext cx="1160117" cy="1088995"/>
          </a:xfrm>
          <a:prstGeom prst="rect">
            <a:avLst/>
          </a:prstGeom>
        </p:spPr>
      </p:pic>
      <p:pic>
        <p:nvPicPr>
          <p:cNvPr id="91" name="図 90">
            <a:extLst>
              <a:ext uri="{FF2B5EF4-FFF2-40B4-BE49-F238E27FC236}">
                <a16:creationId xmlns:a16="http://schemas.microsoft.com/office/drawing/2014/main" id="{B3B5923A-3B4D-6F0F-1B00-1F00F63F2B6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" t="46413" r="73548" b="4703"/>
          <a:stretch>
            <a:fillRect/>
          </a:stretch>
        </p:blipFill>
        <p:spPr>
          <a:xfrm>
            <a:off x="3256133" y="3948196"/>
            <a:ext cx="1107219" cy="1659523"/>
          </a:xfrm>
          <a:prstGeom prst="rect">
            <a:avLst/>
          </a:prstGeom>
        </p:spPr>
      </p:pic>
      <p:pic>
        <p:nvPicPr>
          <p:cNvPr id="93" name="図 92">
            <a:extLst>
              <a:ext uri="{FF2B5EF4-FFF2-40B4-BE49-F238E27FC236}">
                <a16:creationId xmlns:a16="http://schemas.microsoft.com/office/drawing/2014/main" id="{5B4E7081-5CFB-212A-BBB4-5EA8FB4A258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65" t="72213" r="29868" b="1551"/>
          <a:stretch>
            <a:fillRect/>
          </a:stretch>
        </p:blipFill>
        <p:spPr>
          <a:xfrm flipH="1">
            <a:off x="2260655" y="3584513"/>
            <a:ext cx="1184566" cy="785677"/>
          </a:xfrm>
          <a:prstGeom prst="rect">
            <a:avLst/>
          </a:prstGeom>
        </p:spPr>
      </p:pic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2C2A9CE7-8CB5-79BE-5D22-90ED2B27FD20}"/>
              </a:ext>
            </a:extLst>
          </p:cNvPr>
          <p:cNvSpPr/>
          <p:nvPr/>
        </p:nvSpPr>
        <p:spPr>
          <a:xfrm rot="21181824">
            <a:off x="7379328" y="2159900"/>
            <a:ext cx="890013" cy="8900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27CF02F-8098-7D3D-0280-A1D53CA2C8D7}"/>
              </a:ext>
            </a:extLst>
          </p:cNvPr>
          <p:cNvGrpSpPr/>
          <p:nvPr/>
        </p:nvGrpSpPr>
        <p:grpSpPr>
          <a:xfrm rot="765235">
            <a:off x="541643" y="1343511"/>
            <a:ext cx="856317" cy="856317"/>
            <a:chOff x="1975681" y="3937390"/>
            <a:chExt cx="1007961" cy="100796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9577731-53EB-3555-0050-42A7D4A904FD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B7861A2E-83D4-B8E4-FDA8-3EE7C9F06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880ED5D-6604-7D29-62D0-0F2FF319BF3F}"/>
              </a:ext>
            </a:extLst>
          </p:cNvPr>
          <p:cNvSpPr/>
          <p:nvPr/>
        </p:nvSpPr>
        <p:spPr>
          <a:xfrm rot="765235">
            <a:off x="581386" y="4738737"/>
            <a:ext cx="776832" cy="776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D876BFDF-8021-23C7-1260-AEAE902E0999}"/>
              </a:ext>
            </a:extLst>
          </p:cNvPr>
          <p:cNvGrpSpPr/>
          <p:nvPr/>
        </p:nvGrpSpPr>
        <p:grpSpPr>
          <a:xfrm>
            <a:off x="10799110" y="1288599"/>
            <a:ext cx="833139" cy="833139"/>
            <a:chOff x="7462825" y="2159900"/>
            <a:chExt cx="890013" cy="890013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2AE07371-EB3F-6CFB-5AB3-4AE26BC19945}"/>
                </a:ext>
              </a:extLst>
            </p:cNvPr>
            <p:cNvSpPr/>
            <p:nvPr/>
          </p:nvSpPr>
          <p:spPr>
            <a:xfrm rot="21181824">
              <a:off x="7462825" y="2159900"/>
              <a:ext cx="890013" cy="8900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D74EE2EE-0954-0508-F5F3-DE0B5E29B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857" y="2223240"/>
              <a:ext cx="770245" cy="770245"/>
            </a:xfrm>
            <a:prstGeom prst="rect">
              <a:avLst/>
            </a:prstGeom>
          </p:spPr>
        </p:pic>
      </p:grp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6847213-E65F-C794-6815-2AA4631A7317}"/>
              </a:ext>
            </a:extLst>
          </p:cNvPr>
          <p:cNvSpPr/>
          <p:nvPr/>
        </p:nvSpPr>
        <p:spPr>
          <a:xfrm rot="21181824">
            <a:off x="10799110" y="2940198"/>
            <a:ext cx="833139" cy="8331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1F4A688-507F-BBD6-D608-F1F4B2732C79}"/>
              </a:ext>
            </a:extLst>
          </p:cNvPr>
          <p:cNvSpPr/>
          <p:nvPr/>
        </p:nvSpPr>
        <p:spPr>
          <a:xfrm rot="21181824">
            <a:off x="10803697" y="1292541"/>
            <a:ext cx="833139" cy="833139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6</a:t>
            </a:r>
            <a:r>
              <a:rPr kumimoji="1"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0s</a:t>
            </a:r>
            <a:endParaRPr kumimoji="1" lang="ja-JP" altLang="en-US">
              <a:latin typeface="07焔極太明朝" panose="02000600000000000000" pitchFamily="50" charset="-128"/>
              <a:ea typeface="07焔極太明朝" panose="020006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68D2BE9-8288-3947-D445-1AAFBD7BD4F6}"/>
              </a:ext>
            </a:extLst>
          </p:cNvPr>
          <p:cNvSpPr/>
          <p:nvPr/>
        </p:nvSpPr>
        <p:spPr>
          <a:xfrm rot="803638" flipH="1">
            <a:off x="581640" y="1389307"/>
            <a:ext cx="771016" cy="771016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10</a:t>
            </a:r>
            <a:r>
              <a:rPr kumimoji="1" lang="en-US" altLang="ja-JP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s</a:t>
            </a:r>
            <a:endParaRPr kumimoji="1" lang="ja-JP" altLang="en-US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668535F-574B-E30D-08C5-FEBD898E8897}"/>
              </a:ext>
            </a:extLst>
          </p:cNvPr>
          <p:cNvSpPr txBox="1"/>
          <p:nvPr/>
        </p:nvSpPr>
        <p:spPr>
          <a:xfrm rot="820248">
            <a:off x="2398108" y="3042021"/>
            <a:ext cx="647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Lv</a:t>
            </a:r>
            <a:r>
              <a:rPr kumimoji="1" lang="en-US" altLang="ja-JP" sz="20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5</a:t>
            </a:r>
            <a:endParaRPr kumimoji="1" lang="ja-JP" altLang="en-US" sz="2000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24777B3-86C2-17F8-CBD2-9E5961430AD9}"/>
              </a:ext>
            </a:extLst>
          </p:cNvPr>
          <p:cNvSpPr txBox="1"/>
          <p:nvPr/>
        </p:nvSpPr>
        <p:spPr>
          <a:xfrm rot="21164996" flipH="1">
            <a:off x="7641741" y="2990914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Lv</a:t>
            </a:r>
            <a:r>
              <a:rPr kumimoji="1" lang="en-US" altLang="ja-JP" sz="20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1</a:t>
            </a:r>
            <a:endParaRPr kumimoji="1" lang="ja-JP" altLang="en-US" sz="2000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A40C37C2-BDAA-2D32-EF18-83C61FB42B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16" y="3019767"/>
            <a:ext cx="898665" cy="673999"/>
          </a:xfrm>
          <a:prstGeom prst="rect">
            <a:avLst/>
          </a:prstGeom>
        </p:spPr>
      </p:pic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C8CB8415-698C-2498-C6F4-143E9CE48D2E}"/>
              </a:ext>
            </a:extLst>
          </p:cNvPr>
          <p:cNvGrpSpPr/>
          <p:nvPr/>
        </p:nvGrpSpPr>
        <p:grpSpPr>
          <a:xfrm>
            <a:off x="10799110" y="4679387"/>
            <a:ext cx="833139" cy="833139"/>
            <a:chOff x="10799110" y="4679387"/>
            <a:chExt cx="833139" cy="833139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517814FF-2C2B-D88C-463F-0CD3A68369D7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900737D6-CBF7-23A4-A1C7-ACB3B7D3B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2C663E32-8C8C-0903-AF55-832542BF49DA}"/>
              </a:ext>
            </a:extLst>
          </p:cNvPr>
          <p:cNvSpPr/>
          <p:nvPr/>
        </p:nvSpPr>
        <p:spPr>
          <a:xfrm rot="21181824">
            <a:off x="7383832" y="2194449"/>
            <a:ext cx="351913" cy="890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021F4F56-0B80-A0ED-5110-CA22791C1C3A}"/>
              </a:ext>
            </a:extLst>
          </p:cNvPr>
          <p:cNvGrpSpPr/>
          <p:nvPr/>
        </p:nvGrpSpPr>
        <p:grpSpPr>
          <a:xfrm>
            <a:off x="4678128" y="694981"/>
            <a:ext cx="2094815" cy="1259217"/>
            <a:chOff x="3023749" y="662966"/>
            <a:chExt cx="2094815" cy="1259217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56625EE3-B226-C475-7683-6F059F10549F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650398C5-16CE-A767-8298-8856B288E25C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5" name="図 54">
                <a:extLst>
                  <a:ext uri="{FF2B5EF4-FFF2-40B4-BE49-F238E27FC236}">
                    <a16:creationId xmlns:a16="http://schemas.microsoft.com/office/drawing/2014/main" id="{8B02F1C4-3045-CC31-D4F0-B24C328381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48A59800-92FC-F125-D79E-84E9943E640D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C120B295-350B-9D94-A022-CE14EB4FB44D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B271EE44-87B0-74BE-43EA-8B3995423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844EC995-1170-B71B-DBCC-A110EBB51B1B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52A6F4B2-66EC-B2B4-976D-996FF025D94E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7A0CF5D4-0C60-3870-6850-3BDB2425F3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pic>
        <p:nvPicPr>
          <p:cNvPr id="57" name="図 56">
            <a:extLst>
              <a:ext uri="{FF2B5EF4-FFF2-40B4-BE49-F238E27FC236}">
                <a16:creationId xmlns:a16="http://schemas.microsoft.com/office/drawing/2014/main" id="{43C3F325-D9FA-3209-E36A-00A934F8CB92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062" y="2903805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8335D86D-E3F9-9833-6240-BD7EF0A6E1E1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405" y="2290949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55FD8F06-45F5-2388-C6EF-41368A2AC3BD}"/>
              </a:ext>
            </a:extLst>
          </p:cNvPr>
          <p:cNvGrpSpPr/>
          <p:nvPr/>
        </p:nvGrpSpPr>
        <p:grpSpPr>
          <a:xfrm>
            <a:off x="9710025" y="1519117"/>
            <a:ext cx="619063" cy="619063"/>
            <a:chOff x="10799110" y="4679387"/>
            <a:chExt cx="833139" cy="833139"/>
          </a:xfrm>
          <a:scene3d>
            <a:camera prst="isometricOffAxis2Right"/>
            <a:lightRig rig="threePt" dir="t"/>
          </a:scene3d>
        </p:grpSpPr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60B72CB7-7B59-946B-2236-A62B65DB26C5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F3F97965-935F-CA0A-1DFE-DC41C5089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160631DB-0105-5892-B875-F88ED300F499}"/>
              </a:ext>
            </a:extLst>
          </p:cNvPr>
          <p:cNvSpPr/>
          <p:nvPr/>
        </p:nvSpPr>
        <p:spPr>
          <a:xfrm>
            <a:off x="2047361" y="1894957"/>
            <a:ext cx="6610297" cy="4206569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>
                <a:lumMod val="95000"/>
              </a:schemeClr>
            </a:solidFill>
          </a:ln>
          <a:effectLst>
            <a:glow rad="63500">
              <a:schemeClr val="bg1">
                <a:lumMod val="9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2" name="図 71">
            <a:extLst>
              <a:ext uri="{FF2B5EF4-FFF2-40B4-BE49-F238E27FC236}">
                <a16:creationId xmlns:a16="http://schemas.microsoft.com/office/drawing/2014/main" id="{9E251A48-8276-7E59-9B57-41040358AAF4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8899935" y="3444290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E6008272-EBF3-1128-9906-93DC8F430563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9098959" y="2842099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B8C1B95B-BD56-22F3-EF2E-F185218A736B}"/>
              </a:ext>
            </a:extLst>
          </p:cNvPr>
          <p:cNvGrpSpPr/>
          <p:nvPr/>
        </p:nvGrpSpPr>
        <p:grpSpPr>
          <a:xfrm>
            <a:off x="540604" y="2929405"/>
            <a:ext cx="826175" cy="1106569"/>
            <a:chOff x="540604" y="2929405"/>
            <a:chExt cx="826175" cy="1106569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1E003BC-5269-48E5-B7A4-1017768B3003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6" name="図 85">
              <a:extLst>
                <a:ext uri="{FF2B5EF4-FFF2-40B4-BE49-F238E27FC236}">
                  <a16:creationId xmlns:a16="http://schemas.microsoft.com/office/drawing/2014/main" id="{227A19BE-A955-734D-0568-B1F8348E0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pic>
        <p:nvPicPr>
          <p:cNvPr id="90" name="図 89">
            <a:extLst>
              <a:ext uri="{FF2B5EF4-FFF2-40B4-BE49-F238E27FC236}">
                <a16:creationId xmlns:a16="http://schemas.microsoft.com/office/drawing/2014/main" id="{D8CFD8C5-1A86-9A57-EF6B-9E1B928E1458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6517">
            <a:off x="744895" y="4902609"/>
            <a:ext cx="486411" cy="486411"/>
          </a:xfrm>
          <a:prstGeom prst="rect">
            <a:avLst/>
          </a:prstGeom>
        </p:spPr>
      </p:pic>
      <p:pic>
        <p:nvPicPr>
          <p:cNvPr id="94" name="図 93">
            <a:extLst>
              <a:ext uri="{FF2B5EF4-FFF2-40B4-BE49-F238E27FC236}">
                <a16:creationId xmlns:a16="http://schemas.microsoft.com/office/drawing/2014/main" id="{73BEDE87-6E07-2F7E-B3EF-3DC498C8351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06652" y="4106261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97" name="図 96">
            <a:extLst>
              <a:ext uri="{FF2B5EF4-FFF2-40B4-BE49-F238E27FC236}">
                <a16:creationId xmlns:a16="http://schemas.microsoft.com/office/drawing/2014/main" id="{C34C9206-DFC1-DEB6-70A8-FFCA72558AC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278916" y="3393420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0" name="図 99">
            <a:extLst>
              <a:ext uri="{FF2B5EF4-FFF2-40B4-BE49-F238E27FC236}">
                <a16:creationId xmlns:a16="http://schemas.microsoft.com/office/drawing/2014/main" id="{4B3C4934-1962-1FA8-4CFC-4EDACC43E16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15851" y="2752853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4" name="図 103">
            <a:extLst>
              <a:ext uri="{FF2B5EF4-FFF2-40B4-BE49-F238E27FC236}">
                <a16:creationId xmlns:a16="http://schemas.microsoft.com/office/drawing/2014/main" id="{3E76B634-B684-A78E-4B75-55ED67284038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222463" flipH="1">
            <a:off x="8892013" y="2510052"/>
            <a:ext cx="1131336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6" name="図 105">
            <a:extLst>
              <a:ext uri="{FF2B5EF4-FFF2-40B4-BE49-F238E27FC236}">
                <a16:creationId xmlns:a16="http://schemas.microsoft.com/office/drawing/2014/main" id="{6A04CDA6-AEDB-A6BC-B2F8-2448443B9BB4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812109" y="3844873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8" name="図 107">
            <a:extLst>
              <a:ext uri="{FF2B5EF4-FFF2-40B4-BE49-F238E27FC236}">
                <a16:creationId xmlns:a16="http://schemas.microsoft.com/office/drawing/2014/main" id="{43A7094B-6B43-73AE-0852-A713E8E92014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739536" y="3259839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96D536F3-F4F3-3941-BBAC-F04589CA8353}"/>
              </a:ext>
            </a:extLst>
          </p:cNvPr>
          <p:cNvGrpSpPr/>
          <p:nvPr/>
        </p:nvGrpSpPr>
        <p:grpSpPr>
          <a:xfrm>
            <a:off x="8559947" y="1949661"/>
            <a:ext cx="754362" cy="1010384"/>
            <a:chOff x="540604" y="2929405"/>
            <a:chExt cx="826175" cy="1106569"/>
          </a:xfrm>
          <a:scene3d>
            <a:camera prst="isometricOffAxis2Right"/>
            <a:lightRig rig="threePt" dir="t"/>
          </a:scene3d>
        </p:grpSpPr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7299AB1A-D9A0-8956-87D9-606FCB31D2B4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2" name="図 111">
              <a:extLst>
                <a:ext uri="{FF2B5EF4-FFF2-40B4-BE49-F238E27FC236}">
                  <a16:creationId xmlns:a16="http://schemas.microsoft.com/office/drawing/2014/main" id="{924C0C6A-E25E-07A9-0DD9-201F3066F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pic>
        <p:nvPicPr>
          <p:cNvPr id="316" name="図 315">
            <a:extLst>
              <a:ext uri="{FF2B5EF4-FFF2-40B4-BE49-F238E27FC236}">
                <a16:creationId xmlns:a16="http://schemas.microsoft.com/office/drawing/2014/main" id="{A14684D6-D083-09FA-9E51-F494D051A98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89" t="18635" r="4368" b="23374"/>
          <a:stretch>
            <a:fillRect/>
          </a:stretch>
        </p:blipFill>
        <p:spPr>
          <a:xfrm>
            <a:off x="2078280" y="1911370"/>
            <a:ext cx="6554431" cy="4190156"/>
          </a:xfrm>
          <a:prstGeom prst="rect">
            <a:avLst/>
          </a:prstGeom>
        </p:spPr>
      </p:pic>
      <p:grpSp>
        <p:nvGrpSpPr>
          <p:cNvPr id="321" name="グループ化 320">
            <a:extLst>
              <a:ext uri="{FF2B5EF4-FFF2-40B4-BE49-F238E27FC236}">
                <a16:creationId xmlns:a16="http://schemas.microsoft.com/office/drawing/2014/main" id="{2F3251FD-B63A-624D-05BB-6D6F1527564F}"/>
              </a:ext>
            </a:extLst>
          </p:cNvPr>
          <p:cNvGrpSpPr/>
          <p:nvPr/>
        </p:nvGrpSpPr>
        <p:grpSpPr>
          <a:xfrm>
            <a:off x="4191815" y="3074997"/>
            <a:ext cx="1920958" cy="1920958"/>
            <a:chOff x="4483246" y="3219025"/>
            <a:chExt cx="1665251" cy="1665251"/>
          </a:xfrm>
          <a:effectLst>
            <a:glow rad="88900">
              <a:schemeClr val="bg1">
                <a:lumMod val="95000"/>
                <a:alpha val="70000"/>
              </a:schemeClr>
            </a:glow>
          </a:effectLst>
          <a:scene3d>
            <a:camera prst="perspectiveLeft" fov="1200000">
              <a:rot lat="0" lon="600002" rev="0"/>
            </a:camera>
            <a:lightRig rig="threePt" dir="t"/>
          </a:scene3d>
        </p:grpSpPr>
        <p:sp>
          <p:nvSpPr>
            <p:cNvPr id="317" name="楕円 316">
              <a:extLst>
                <a:ext uri="{FF2B5EF4-FFF2-40B4-BE49-F238E27FC236}">
                  <a16:creationId xmlns:a16="http://schemas.microsoft.com/office/drawing/2014/main" id="{7ECE7D1E-1908-4509-1E99-3F0EA4231BF1}"/>
                </a:ext>
              </a:extLst>
            </p:cNvPr>
            <p:cNvSpPr/>
            <p:nvPr/>
          </p:nvSpPr>
          <p:spPr>
            <a:xfrm>
              <a:off x="4483246" y="3219025"/>
              <a:ext cx="1665251" cy="166525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18" name="グループ化 317">
              <a:extLst>
                <a:ext uri="{FF2B5EF4-FFF2-40B4-BE49-F238E27FC236}">
                  <a16:creationId xmlns:a16="http://schemas.microsoft.com/office/drawing/2014/main" id="{ECFE9A11-36FF-A947-87B9-8B637BDE3A12}"/>
                </a:ext>
              </a:extLst>
            </p:cNvPr>
            <p:cNvGrpSpPr/>
            <p:nvPr/>
          </p:nvGrpSpPr>
          <p:grpSpPr>
            <a:xfrm>
              <a:off x="4788714" y="3667651"/>
              <a:ext cx="1054315" cy="767998"/>
              <a:chOff x="6786897" y="4358057"/>
              <a:chExt cx="1322470" cy="963332"/>
            </a:xfrm>
          </p:grpSpPr>
          <p:sp>
            <p:nvSpPr>
              <p:cNvPr id="319" name="月 318">
                <a:extLst>
                  <a:ext uri="{FF2B5EF4-FFF2-40B4-BE49-F238E27FC236}">
                    <a16:creationId xmlns:a16="http://schemas.microsoft.com/office/drawing/2014/main" id="{6F46A65B-B653-72D3-4882-1F30595E7BE9}"/>
                  </a:ext>
                </a:extLst>
              </p:cNvPr>
              <p:cNvSpPr/>
              <p:nvPr/>
            </p:nvSpPr>
            <p:spPr>
              <a:xfrm rot="16200000">
                <a:off x="7211850" y="4423873"/>
                <a:ext cx="472563" cy="1322470"/>
              </a:xfrm>
              <a:prstGeom prst="moon">
                <a:avLst>
                  <a:gd name="adj" fmla="val 21507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0" name="二等辺三角形 319">
                <a:extLst>
                  <a:ext uri="{FF2B5EF4-FFF2-40B4-BE49-F238E27FC236}">
                    <a16:creationId xmlns:a16="http://schemas.microsoft.com/office/drawing/2014/main" id="{25499FCD-218D-8711-6879-F515EA8B7B37}"/>
                  </a:ext>
                </a:extLst>
              </p:cNvPr>
              <p:cNvSpPr/>
              <p:nvPr/>
            </p:nvSpPr>
            <p:spPr>
              <a:xfrm>
                <a:off x="7047674" y="4358057"/>
                <a:ext cx="800911" cy="878569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1364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BBCD9-3ABC-AD21-49FB-C84746E3C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2BE5802-8553-25C0-148D-12C4C2688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1464518" y="60649"/>
            <a:ext cx="9262964" cy="6736702"/>
          </a:xfrm>
          <a:prstGeom prst="rect">
            <a:avLst/>
          </a:prstGeom>
          <a:ln>
            <a:noFill/>
          </a:ln>
        </p:spPr>
      </p:pic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6B6747F8-E591-EA10-AD38-0A30D5C07761}"/>
              </a:ext>
            </a:extLst>
          </p:cNvPr>
          <p:cNvGrpSpPr/>
          <p:nvPr/>
        </p:nvGrpSpPr>
        <p:grpSpPr>
          <a:xfrm rot="765235">
            <a:off x="2362398" y="2196217"/>
            <a:ext cx="981079" cy="981079"/>
            <a:chOff x="1975681" y="3937390"/>
            <a:chExt cx="1007961" cy="100796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5E38F93B-983A-4BC9-C2BC-CCCE6E1BEBAD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569341E9-E106-D0A5-2BF1-E408E30FB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pic>
        <p:nvPicPr>
          <p:cNvPr id="65" name="図 64">
            <a:extLst>
              <a:ext uri="{FF2B5EF4-FFF2-40B4-BE49-F238E27FC236}">
                <a16:creationId xmlns:a16="http://schemas.microsoft.com/office/drawing/2014/main" id="{E5FD1017-F69D-4560-1C27-55D139B9BC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7782982" y="513193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9867A7DB-EB94-5B78-D964-D8A37B1E6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6884974" y="656445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27274547-3080-A856-CF11-FCE0E0189972}"/>
              </a:ext>
            </a:extLst>
          </p:cNvPr>
          <p:cNvGrpSpPr/>
          <p:nvPr/>
        </p:nvGrpSpPr>
        <p:grpSpPr>
          <a:xfrm>
            <a:off x="3025354" y="728994"/>
            <a:ext cx="1949467" cy="1171847"/>
            <a:chOff x="3023749" y="662966"/>
            <a:chExt cx="2094815" cy="1259217"/>
          </a:xfrm>
        </p:grpSpPr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3F6FA963-18E3-7D1B-BCBC-813516762A34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3516308D-1792-1D4C-8FA0-90A0AF9EB0A5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1" name="図 70">
                <a:extLst>
                  <a:ext uri="{FF2B5EF4-FFF2-40B4-BE49-F238E27FC236}">
                    <a16:creationId xmlns:a16="http://schemas.microsoft.com/office/drawing/2014/main" id="{034632F5-687B-1852-C3D8-BF3A2FF6E6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4" name="グループ化 73">
              <a:extLst>
                <a:ext uri="{FF2B5EF4-FFF2-40B4-BE49-F238E27FC236}">
                  <a16:creationId xmlns:a16="http://schemas.microsoft.com/office/drawing/2014/main" id="{978A4BC5-DE28-4A63-DC77-76622DAFDA87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5CC226B6-967A-76F6-6048-20BC12DA7FDE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6" name="図 75">
                <a:extLst>
                  <a:ext uri="{FF2B5EF4-FFF2-40B4-BE49-F238E27FC236}">
                    <a16:creationId xmlns:a16="http://schemas.microsoft.com/office/drawing/2014/main" id="{21F3DB52-D4E4-9555-C7F4-FE9DF486F6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A49F4694-30DC-1409-D1E9-F6AE7119CB3B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ACE1C9A3-7298-5CD4-CAEE-88CA8E6DA160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9" name="図 78">
                <a:extLst>
                  <a:ext uri="{FF2B5EF4-FFF2-40B4-BE49-F238E27FC236}">
                    <a16:creationId xmlns:a16="http://schemas.microsoft.com/office/drawing/2014/main" id="{8B1DFDD8-7A5F-856B-AE0C-4D6F284536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pic>
        <p:nvPicPr>
          <p:cNvPr id="85" name="図 84">
            <a:extLst>
              <a:ext uri="{FF2B5EF4-FFF2-40B4-BE49-F238E27FC236}">
                <a16:creationId xmlns:a16="http://schemas.microsoft.com/office/drawing/2014/main" id="{C5411909-6172-1475-C0C5-B44B5B4AB0E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76" b="73329"/>
          <a:stretch>
            <a:fillRect/>
          </a:stretch>
        </p:blipFill>
        <p:spPr>
          <a:xfrm flipH="1">
            <a:off x="2171444" y="4777957"/>
            <a:ext cx="1084689" cy="1022256"/>
          </a:xfrm>
          <a:prstGeom prst="rect">
            <a:avLst/>
          </a:prstGeom>
        </p:spPr>
      </p:pic>
      <p:pic>
        <p:nvPicPr>
          <p:cNvPr id="87" name="図 86">
            <a:extLst>
              <a:ext uri="{FF2B5EF4-FFF2-40B4-BE49-F238E27FC236}">
                <a16:creationId xmlns:a16="http://schemas.microsoft.com/office/drawing/2014/main" id="{C48C384E-2F72-0AB9-2A90-893B1B0FA4C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84" b="51116"/>
          <a:stretch>
            <a:fillRect/>
          </a:stretch>
        </p:blipFill>
        <p:spPr>
          <a:xfrm rot="3584158">
            <a:off x="4046560" y="2142190"/>
            <a:ext cx="1218350" cy="1659523"/>
          </a:xfrm>
          <a:prstGeom prst="rect">
            <a:avLst/>
          </a:prstGeom>
        </p:spPr>
      </p:pic>
      <p:pic>
        <p:nvPicPr>
          <p:cNvPr id="89" name="図 88">
            <a:extLst>
              <a:ext uri="{FF2B5EF4-FFF2-40B4-BE49-F238E27FC236}">
                <a16:creationId xmlns:a16="http://schemas.microsoft.com/office/drawing/2014/main" id="{22A7797D-1A4D-D529-6B15-7D1A8C237DB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5060" r="64244" b="52313"/>
          <a:stretch>
            <a:fillRect/>
          </a:stretch>
        </p:blipFill>
        <p:spPr>
          <a:xfrm>
            <a:off x="6003479" y="2242919"/>
            <a:ext cx="1160117" cy="1088995"/>
          </a:xfrm>
          <a:prstGeom prst="rect">
            <a:avLst/>
          </a:prstGeom>
        </p:spPr>
      </p:pic>
      <p:pic>
        <p:nvPicPr>
          <p:cNvPr id="91" name="図 90">
            <a:extLst>
              <a:ext uri="{FF2B5EF4-FFF2-40B4-BE49-F238E27FC236}">
                <a16:creationId xmlns:a16="http://schemas.microsoft.com/office/drawing/2014/main" id="{E492A6ED-8430-95F3-415B-381F3FF498D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" t="46413" r="73548" b="4703"/>
          <a:stretch>
            <a:fillRect/>
          </a:stretch>
        </p:blipFill>
        <p:spPr>
          <a:xfrm>
            <a:off x="3256133" y="3948196"/>
            <a:ext cx="1107219" cy="1659523"/>
          </a:xfrm>
          <a:prstGeom prst="rect">
            <a:avLst/>
          </a:prstGeom>
        </p:spPr>
      </p:pic>
      <p:pic>
        <p:nvPicPr>
          <p:cNvPr id="93" name="図 92">
            <a:extLst>
              <a:ext uri="{FF2B5EF4-FFF2-40B4-BE49-F238E27FC236}">
                <a16:creationId xmlns:a16="http://schemas.microsoft.com/office/drawing/2014/main" id="{9E387C48-923E-0B53-D9CA-466930B0A47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65" t="72213" r="29868" b="1551"/>
          <a:stretch>
            <a:fillRect/>
          </a:stretch>
        </p:blipFill>
        <p:spPr>
          <a:xfrm flipH="1">
            <a:off x="2260655" y="3584513"/>
            <a:ext cx="1184566" cy="785677"/>
          </a:xfrm>
          <a:prstGeom prst="rect">
            <a:avLst/>
          </a:prstGeom>
        </p:spPr>
      </p:pic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770D650E-04AE-7316-B800-CB87A823E701}"/>
              </a:ext>
            </a:extLst>
          </p:cNvPr>
          <p:cNvSpPr/>
          <p:nvPr/>
        </p:nvSpPr>
        <p:spPr>
          <a:xfrm rot="21181824">
            <a:off x="7379328" y="2159900"/>
            <a:ext cx="890013" cy="8900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2019407-E8F9-D25C-21F3-32874A66CC6F}"/>
              </a:ext>
            </a:extLst>
          </p:cNvPr>
          <p:cNvGrpSpPr/>
          <p:nvPr/>
        </p:nvGrpSpPr>
        <p:grpSpPr>
          <a:xfrm rot="765235">
            <a:off x="541643" y="1343511"/>
            <a:ext cx="856317" cy="856317"/>
            <a:chOff x="1975681" y="3937390"/>
            <a:chExt cx="1007961" cy="100796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0C447A1-19B8-BF70-270C-8347A44B860A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8476F49F-EB15-4326-8F8C-A1197894D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0C73AFD-3114-AEB9-A99D-815CF414F454}"/>
              </a:ext>
            </a:extLst>
          </p:cNvPr>
          <p:cNvSpPr/>
          <p:nvPr/>
        </p:nvSpPr>
        <p:spPr>
          <a:xfrm rot="765235">
            <a:off x="581386" y="4738737"/>
            <a:ext cx="776832" cy="776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657F12E-17F4-79F9-641D-37683191A1F6}"/>
              </a:ext>
            </a:extLst>
          </p:cNvPr>
          <p:cNvGrpSpPr/>
          <p:nvPr/>
        </p:nvGrpSpPr>
        <p:grpSpPr>
          <a:xfrm>
            <a:off x="10799110" y="1288599"/>
            <a:ext cx="833139" cy="833139"/>
            <a:chOff x="7462825" y="2159900"/>
            <a:chExt cx="890013" cy="890013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A61EEDCC-475C-BCAF-D6E0-361FE8E2029B}"/>
                </a:ext>
              </a:extLst>
            </p:cNvPr>
            <p:cNvSpPr/>
            <p:nvPr/>
          </p:nvSpPr>
          <p:spPr>
            <a:xfrm rot="21181824">
              <a:off x="7462825" y="2159900"/>
              <a:ext cx="890013" cy="8900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FFC2DE3A-BFE1-3E9C-7C8B-0F5F9E414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3857" y="2223240"/>
              <a:ext cx="770245" cy="770245"/>
            </a:xfrm>
            <a:prstGeom prst="rect">
              <a:avLst/>
            </a:prstGeom>
          </p:spPr>
        </p:pic>
      </p:grp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41E4B47-5F00-93F6-F29B-500A3038D207}"/>
              </a:ext>
            </a:extLst>
          </p:cNvPr>
          <p:cNvSpPr/>
          <p:nvPr/>
        </p:nvSpPr>
        <p:spPr>
          <a:xfrm rot="21181824">
            <a:off x="10799110" y="2940198"/>
            <a:ext cx="833139" cy="8331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6032AAB-5655-48BD-F09F-CCFEA8F6B761}"/>
              </a:ext>
            </a:extLst>
          </p:cNvPr>
          <p:cNvSpPr/>
          <p:nvPr/>
        </p:nvSpPr>
        <p:spPr>
          <a:xfrm rot="21181824">
            <a:off x="10803697" y="1292541"/>
            <a:ext cx="833139" cy="833139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6</a:t>
            </a:r>
            <a:r>
              <a:rPr kumimoji="1" lang="en-US" altLang="ja-JP">
                <a:latin typeface="07焔極太明朝" panose="02000600000000000000" pitchFamily="50" charset="-128"/>
                <a:ea typeface="07焔極太明朝" panose="02000600000000000000" pitchFamily="50" charset="-128"/>
              </a:rPr>
              <a:t>0s</a:t>
            </a:r>
            <a:endParaRPr kumimoji="1" lang="ja-JP" altLang="en-US">
              <a:latin typeface="07焔極太明朝" panose="02000600000000000000" pitchFamily="50" charset="-128"/>
              <a:ea typeface="07焔極太明朝" panose="020006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8C25835-1D71-46EA-9B0A-C2A2CF940F4E}"/>
              </a:ext>
            </a:extLst>
          </p:cNvPr>
          <p:cNvSpPr/>
          <p:nvPr/>
        </p:nvSpPr>
        <p:spPr>
          <a:xfrm rot="803638" flipH="1">
            <a:off x="581640" y="1389307"/>
            <a:ext cx="771016" cy="771016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10</a:t>
            </a:r>
            <a:r>
              <a:rPr kumimoji="1" lang="en-US" altLang="ja-JP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s</a:t>
            </a:r>
            <a:endParaRPr kumimoji="1" lang="ja-JP" altLang="en-US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C162315-F32E-AE66-3576-1915485EB4C6}"/>
              </a:ext>
            </a:extLst>
          </p:cNvPr>
          <p:cNvSpPr txBox="1"/>
          <p:nvPr/>
        </p:nvSpPr>
        <p:spPr>
          <a:xfrm rot="820248">
            <a:off x="2398108" y="3042021"/>
            <a:ext cx="647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Lv</a:t>
            </a:r>
            <a:r>
              <a:rPr kumimoji="1" lang="en-US" altLang="ja-JP" sz="20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5</a:t>
            </a:r>
            <a:endParaRPr kumimoji="1" lang="ja-JP" altLang="en-US" sz="2000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5486843-461B-BAEE-F719-2D54217F457E}"/>
              </a:ext>
            </a:extLst>
          </p:cNvPr>
          <p:cNvSpPr txBox="1"/>
          <p:nvPr/>
        </p:nvSpPr>
        <p:spPr>
          <a:xfrm rot="21164996" flipH="1">
            <a:off x="7641741" y="2990914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Lv</a:t>
            </a:r>
            <a:r>
              <a:rPr kumimoji="1" lang="en-US" altLang="ja-JP" sz="20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1</a:t>
            </a:r>
            <a:endParaRPr kumimoji="1" lang="ja-JP" altLang="en-US" sz="2000">
              <a:latin typeface="クラフト明朝" panose="02000700000000000000" pitchFamily="50" charset="-128"/>
              <a:ea typeface="クラフト明朝" panose="02000700000000000000" pitchFamily="50" charset="-128"/>
            </a:endParaRP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C05CF073-30EE-FCD0-1866-0FCCCF995A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16" y="3019767"/>
            <a:ext cx="898665" cy="673999"/>
          </a:xfrm>
          <a:prstGeom prst="rect">
            <a:avLst/>
          </a:prstGeom>
        </p:spPr>
      </p:pic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F6D29BE8-8700-F9D6-C3A8-DF1B1B1CCA46}"/>
              </a:ext>
            </a:extLst>
          </p:cNvPr>
          <p:cNvGrpSpPr/>
          <p:nvPr/>
        </p:nvGrpSpPr>
        <p:grpSpPr>
          <a:xfrm>
            <a:off x="10799110" y="4679387"/>
            <a:ext cx="833139" cy="833139"/>
            <a:chOff x="10799110" y="4679387"/>
            <a:chExt cx="833139" cy="833139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E150EEE0-A159-D6A4-CD6E-49A4212ED1EF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C91A27F5-81C5-29F3-8291-916B23128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C40F8BEB-216C-C02F-CADD-BE6D954A140D}"/>
              </a:ext>
            </a:extLst>
          </p:cNvPr>
          <p:cNvSpPr/>
          <p:nvPr/>
        </p:nvSpPr>
        <p:spPr>
          <a:xfrm rot="21181824">
            <a:off x="7383832" y="2194449"/>
            <a:ext cx="351913" cy="890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9B84C52B-DCD3-7EE5-0EDE-5A643BA006C2}"/>
              </a:ext>
            </a:extLst>
          </p:cNvPr>
          <p:cNvGrpSpPr/>
          <p:nvPr/>
        </p:nvGrpSpPr>
        <p:grpSpPr>
          <a:xfrm>
            <a:off x="4678128" y="694981"/>
            <a:ext cx="2094815" cy="1259217"/>
            <a:chOff x="3023749" y="662966"/>
            <a:chExt cx="2094815" cy="1259217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DF1888AE-0701-2C6C-C75D-E146401054CB}"/>
                </a:ext>
              </a:extLst>
            </p:cNvPr>
            <p:cNvGrpSpPr/>
            <p:nvPr/>
          </p:nvGrpSpPr>
          <p:grpSpPr>
            <a:xfrm rot="10314581">
              <a:off x="3023749" y="79233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99CE7F42-E2A1-BE4E-EB98-782F7182676D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5" name="図 54">
                <a:extLst>
                  <a:ext uri="{FF2B5EF4-FFF2-40B4-BE49-F238E27FC236}">
                    <a16:creationId xmlns:a16="http://schemas.microsoft.com/office/drawing/2014/main" id="{30B6CE13-AFB4-65C8-58AD-BBA7155F25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B90A7E6A-1619-79DA-0168-48AD85498BCE}"/>
                </a:ext>
              </a:extLst>
            </p:cNvPr>
            <p:cNvGrpSpPr/>
            <p:nvPr/>
          </p:nvGrpSpPr>
          <p:grpSpPr>
            <a:xfrm rot="10314581">
              <a:off x="3855751" y="662966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9905DCD4-5B4A-8464-A9FA-380C2DFD9D19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AB3D5F9A-C861-357D-5540-E2B401652A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D5C80F74-ADFB-5B8D-CA52-19293C32203F}"/>
                </a:ext>
              </a:extLst>
            </p:cNvPr>
            <p:cNvGrpSpPr/>
            <p:nvPr/>
          </p:nvGrpSpPr>
          <p:grpSpPr>
            <a:xfrm rot="10314581">
              <a:off x="4008566" y="884157"/>
              <a:ext cx="1109998" cy="1038026"/>
              <a:chOff x="4369225" y="1829062"/>
              <a:chExt cx="811086" cy="758496"/>
            </a:xfrm>
            <a:scene3d>
              <a:camera prst="isometricTopUp"/>
              <a:lightRig rig="threePt" dir="t"/>
            </a:scene3d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3619F343-A249-2CA8-3994-F95427362D55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BDE0CB9A-010B-4775-318D-690B4ECAEE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pic>
        <p:nvPicPr>
          <p:cNvPr id="57" name="図 56">
            <a:extLst>
              <a:ext uri="{FF2B5EF4-FFF2-40B4-BE49-F238E27FC236}">
                <a16:creationId xmlns:a16="http://schemas.microsoft.com/office/drawing/2014/main" id="{67A11FB2-1356-C3C7-8A04-75D75133B1F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062" y="2903805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24D30253-5F96-760D-2B3B-3F0A34D783D8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405" y="2290949"/>
            <a:ext cx="2245045" cy="168378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A033F4AD-50C2-37AD-9B7B-F5F6683D8BC1}"/>
              </a:ext>
            </a:extLst>
          </p:cNvPr>
          <p:cNvGrpSpPr/>
          <p:nvPr/>
        </p:nvGrpSpPr>
        <p:grpSpPr>
          <a:xfrm>
            <a:off x="9710025" y="1519117"/>
            <a:ext cx="619063" cy="619063"/>
            <a:chOff x="10799110" y="4679387"/>
            <a:chExt cx="833139" cy="833139"/>
          </a:xfrm>
          <a:scene3d>
            <a:camera prst="isometricOffAxis2Right"/>
            <a:lightRig rig="threePt" dir="t"/>
          </a:scene3d>
        </p:grpSpPr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F5C807BE-1E22-0705-5CD9-7A3662432AA2}"/>
                </a:ext>
              </a:extLst>
            </p:cNvPr>
            <p:cNvSpPr/>
            <p:nvPr/>
          </p:nvSpPr>
          <p:spPr>
            <a:xfrm rot="21181824">
              <a:off x="10799110" y="4679387"/>
              <a:ext cx="833139" cy="8331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BDB20CB5-7F7A-5BB2-7D51-1E7974814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82600">
              <a:off x="10855906" y="4826127"/>
              <a:ext cx="719546" cy="539659"/>
            </a:xfrm>
            <a:prstGeom prst="rect">
              <a:avLst/>
            </a:prstGeom>
          </p:spPr>
        </p:pic>
      </p:grp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D9DC1A50-6D82-0212-B498-BA5852A46807}"/>
              </a:ext>
            </a:extLst>
          </p:cNvPr>
          <p:cNvSpPr/>
          <p:nvPr/>
        </p:nvSpPr>
        <p:spPr>
          <a:xfrm>
            <a:off x="2047361" y="1894957"/>
            <a:ext cx="6610297" cy="4206569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>
                <a:lumMod val="95000"/>
              </a:schemeClr>
            </a:solidFill>
          </a:ln>
          <a:effectLst>
            <a:glow rad="63500">
              <a:schemeClr val="bg1">
                <a:lumMod val="9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2" name="図 71">
            <a:extLst>
              <a:ext uri="{FF2B5EF4-FFF2-40B4-BE49-F238E27FC236}">
                <a16:creationId xmlns:a16="http://schemas.microsoft.com/office/drawing/2014/main" id="{4749AD4C-B296-DA2F-F0F6-1821FE44BEDB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8899935" y="3444290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67156A1B-80AC-F964-8906-302632834110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2600">
            <a:off x="9098959" y="2842099"/>
            <a:ext cx="1226128" cy="53965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79785FB4-3B12-C449-D4E6-9CD7CEF6F922}"/>
              </a:ext>
            </a:extLst>
          </p:cNvPr>
          <p:cNvGrpSpPr/>
          <p:nvPr/>
        </p:nvGrpSpPr>
        <p:grpSpPr>
          <a:xfrm>
            <a:off x="540604" y="2929405"/>
            <a:ext cx="826175" cy="1106569"/>
            <a:chOff x="540604" y="2929405"/>
            <a:chExt cx="826175" cy="1106569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A31597D-F8D9-89CB-9A1A-E83E2552D951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6" name="図 85">
              <a:extLst>
                <a:ext uri="{FF2B5EF4-FFF2-40B4-BE49-F238E27FC236}">
                  <a16:creationId xmlns:a16="http://schemas.microsoft.com/office/drawing/2014/main" id="{8F7534E6-7EA8-5CAB-2837-A64C7F005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pic>
        <p:nvPicPr>
          <p:cNvPr id="90" name="図 89">
            <a:extLst>
              <a:ext uri="{FF2B5EF4-FFF2-40B4-BE49-F238E27FC236}">
                <a16:creationId xmlns:a16="http://schemas.microsoft.com/office/drawing/2014/main" id="{A5A2936B-0F75-EBDB-7A3C-33472FFC544B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6517">
            <a:off x="744895" y="4902609"/>
            <a:ext cx="486411" cy="486411"/>
          </a:xfrm>
          <a:prstGeom prst="rect">
            <a:avLst/>
          </a:prstGeom>
        </p:spPr>
      </p:pic>
      <p:pic>
        <p:nvPicPr>
          <p:cNvPr id="94" name="図 93">
            <a:extLst>
              <a:ext uri="{FF2B5EF4-FFF2-40B4-BE49-F238E27FC236}">
                <a16:creationId xmlns:a16="http://schemas.microsoft.com/office/drawing/2014/main" id="{7B7A8708-CF66-23FE-FCA1-073DDAE0398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06652" y="4106261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97" name="図 96">
            <a:extLst>
              <a:ext uri="{FF2B5EF4-FFF2-40B4-BE49-F238E27FC236}">
                <a16:creationId xmlns:a16="http://schemas.microsoft.com/office/drawing/2014/main" id="{F8955A68-0195-F3EE-1D08-D540564D2EB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278916" y="3393420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0" name="図 99">
            <a:extLst>
              <a:ext uri="{FF2B5EF4-FFF2-40B4-BE49-F238E27FC236}">
                <a16:creationId xmlns:a16="http://schemas.microsoft.com/office/drawing/2014/main" id="{9103162D-40A1-BD73-B9AF-C5332DE0B58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4" t="72502"/>
          <a:stretch>
            <a:fillRect/>
          </a:stretch>
        </p:blipFill>
        <p:spPr>
          <a:xfrm flipH="1">
            <a:off x="8415851" y="2752853"/>
            <a:ext cx="1293184" cy="1002013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4" name="図 103">
            <a:extLst>
              <a:ext uri="{FF2B5EF4-FFF2-40B4-BE49-F238E27FC236}">
                <a16:creationId xmlns:a16="http://schemas.microsoft.com/office/drawing/2014/main" id="{D3D37B75-9F5F-A53E-2995-DBEE634EB67B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222463" flipH="1">
            <a:off x="8892013" y="2510052"/>
            <a:ext cx="1131336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6" name="図 105">
            <a:extLst>
              <a:ext uri="{FF2B5EF4-FFF2-40B4-BE49-F238E27FC236}">
                <a16:creationId xmlns:a16="http://schemas.microsoft.com/office/drawing/2014/main" id="{69714B52-3E70-1745-BCC6-736EEA1D637F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812109" y="3844873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108" name="図 107">
            <a:extLst>
              <a:ext uri="{FF2B5EF4-FFF2-40B4-BE49-F238E27FC236}">
                <a16:creationId xmlns:a16="http://schemas.microsoft.com/office/drawing/2014/main" id="{22F3DC8E-3B9E-3A35-BEBD-2F1C2B0D23A6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21"/>
          <a:stretch>
            <a:fillRect/>
          </a:stretch>
        </p:blipFill>
        <p:spPr>
          <a:xfrm rot="20420475" flipH="1">
            <a:off x="8739536" y="3259839"/>
            <a:ext cx="1217493" cy="1106569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17FE57A0-0E21-0D74-A474-A4EAC62B3EA9}"/>
              </a:ext>
            </a:extLst>
          </p:cNvPr>
          <p:cNvGrpSpPr/>
          <p:nvPr/>
        </p:nvGrpSpPr>
        <p:grpSpPr>
          <a:xfrm>
            <a:off x="8559947" y="1949661"/>
            <a:ext cx="754362" cy="1010384"/>
            <a:chOff x="540604" y="2929405"/>
            <a:chExt cx="826175" cy="1106569"/>
          </a:xfrm>
          <a:scene3d>
            <a:camera prst="isometricOffAxis2Right"/>
            <a:lightRig rig="threePt" dir="t"/>
          </a:scene3d>
        </p:grpSpPr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FE73A698-4570-2DE0-6205-4DE92F24C554}"/>
                </a:ext>
              </a:extLst>
            </p:cNvPr>
            <p:cNvSpPr/>
            <p:nvPr/>
          </p:nvSpPr>
          <p:spPr>
            <a:xfrm rot="765235">
              <a:off x="581386" y="3060995"/>
              <a:ext cx="776832" cy="7768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2" name="図 111">
              <a:extLst>
                <a:ext uri="{FF2B5EF4-FFF2-40B4-BE49-F238E27FC236}">
                  <a16:creationId xmlns:a16="http://schemas.microsoft.com/office/drawing/2014/main" id="{A31DD134-B821-7779-3B5F-BCBC779D6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218"/>
            <a:stretch>
              <a:fillRect/>
            </a:stretch>
          </p:blipFill>
          <p:spPr>
            <a:xfrm rot="896244">
              <a:off x="540604" y="2929405"/>
              <a:ext cx="826175" cy="1106569"/>
            </a:xfrm>
            <a:prstGeom prst="rect">
              <a:avLst/>
            </a:prstGeom>
          </p:spPr>
        </p:pic>
      </p:grpSp>
      <p:pic>
        <p:nvPicPr>
          <p:cNvPr id="316" name="図 315">
            <a:extLst>
              <a:ext uri="{FF2B5EF4-FFF2-40B4-BE49-F238E27FC236}">
                <a16:creationId xmlns:a16="http://schemas.microsoft.com/office/drawing/2014/main" id="{9D3AF984-463A-F6D2-8A97-1A2BA11FD82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30000" contras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89" t="18635" r="4368" b="23374"/>
          <a:stretch>
            <a:fillRect/>
          </a:stretch>
        </p:blipFill>
        <p:spPr>
          <a:xfrm>
            <a:off x="2078280" y="1911370"/>
            <a:ext cx="6554431" cy="4190156"/>
          </a:xfrm>
          <a:prstGeom prst="rect">
            <a:avLst/>
          </a:prstGeom>
        </p:spPr>
      </p:pic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6576F4C-8C83-A73D-C400-A933893244D8}"/>
              </a:ext>
            </a:extLst>
          </p:cNvPr>
          <p:cNvGrpSpPr/>
          <p:nvPr/>
        </p:nvGrpSpPr>
        <p:grpSpPr>
          <a:xfrm>
            <a:off x="4191815" y="3074997"/>
            <a:ext cx="1920958" cy="1920958"/>
            <a:chOff x="4483246" y="3219025"/>
            <a:chExt cx="1665251" cy="1665251"/>
          </a:xfrm>
          <a:effectLst>
            <a:glow rad="88900">
              <a:schemeClr val="bg1">
                <a:lumMod val="95000"/>
                <a:alpha val="70000"/>
              </a:schemeClr>
            </a:glow>
          </a:effectLst>
          <a:scene3d>
            <a:camera prst="perspectiveLeft" fov="1200000">
              <a:rot lat="0" lon="600002" rev="0"/>
            </a:camera>
            <a:lightRig rig="threePt" dir="t"/>
          </a:scene3d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337EA485-2940-9C86-DFAC-A1CEE92DA418}"/>
                </a:ext>
              </a:extLst>
            </p:cNvPr>
            <p:cNvSpPr/>
            <p:nvPr/>
          </p:nvSpPr>
          <p:spPr>
            <a:xfrm>
              <a:off x="4483246" y="3219025"/>
              <a:ext cx="1665251" cy="166525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F01DF41E-699C-9BF1-2A99-13582C7CE65C}"/>
                </a:ext>
              </a:extLst>
            </p:cNvPr>
            <p:cNvGrpSpPr/>
            <p:nvPr/>
          </p:nvGrpSpPr>
          <p:grpSpPr>
            <a:xfrm>
              <a:off x="4788714" y="3667651"/>
              <a:ext cx="1054315" cy="767998"/>
              <a:chOff x="6786897" y="4358057"/>
              <a:chExt cx="1322470" cy="963332"/>
            </a:xfrm>
          </p:grpSpPr>
          <p:sp>
            <p:nvSpPr>
              <p:cNvPr id="12" name="月 11">
                <a:extLst>
                  <a:ext uri="{FF2B5EF4-FFF2-40B4-BE49-F238E27FC236}">
                    <a16:creationId xmlns:a16="http://schemas.microsoft.com/office/drawing/2014/main" id="{4C37AF13-DCCA-C77F-92E3-CE55A74BFD89}"/>
                  </a:ext>
                </a:extLst>
              </p:cNvPr>
              <p:cNvSpPr/>
              <p:nvPr/>
            </p:nvSpPr>
            <p:spPr>
              <a:xfrm rot="16200000">
                <a:off x="7211850" y="4423873"/>
                <a:ext cx="472563" cy="1322470"/>
              </a:xfrm>
              <a:prstGeom prst="moon">
                <a:avLst>
                  <a:gd name="adj" fmla="val 21507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二等辺三角形 12">
                <a:extLst>
                  <a:ext uri="{FF2B5EF4-FFF2-40B4-BE49-F238E27FC236}">
                    <a16:creationId xmlns:a16="http://schemas.microsoft.com/office/drawing/2014/main" id="{4D4EA4CE-B77E-ABCD-29B3-DE64D4EEC295}"/>
                  </a:ext>
                </a:extLst>
              </p:cNvPr>
              <p:cNvSpPr/>
              <p:nvPr/>
            </p:nvSpPr>
            <p:spPr>
              <a:xfrm>
                <a:off x="7047674" y="4358057"/>
                <a:ext cx="800911" cy="878569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564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88FE3-F17E-84EC-F7D3-0221AB15B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1E049AD-319E-D864-AB4A-6024317431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B782F1F-BCED-E509-C085-C014923263C6}"/>
              </a:ext>
            </a:extLst>
          </p:cNvPr>
          <p:cNvSpPr/>
          <p:nvPr/>
        </p:nvSpPr>
        <p:spPr>
          <a:xfrm>
            <a:off x="0" y="2460949"/>
            <a:ext cx="12192000" cy="1936102"/>
          </a:xfrm>
          <a:prstGeom prst="rect">
            <a:avLst/>
          </a:prstGeom>
          <a:solidFill>
            <a:srgbClr val="B47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B6135BD-B0F6-D754-8D86-E38E24E381B8}"/>
              </a:ext>
            </a:extLst>
          </p:cNvPr>
          <p:cNvSpPr txBox="1"/>
          <p:nvPr/>
        </p:nvSpPr>
        <p:spPr>
          <a:xfrm rot="21338767">
            <a:off x="3898123" y="393620"/>
            <a:ext cx="439575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96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決着！</a:t>
            </a:r>
            <a:endParaRPr kumimoji="1" lang="ja-JP" altLang="en-US" sz="96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9EF2724A-D2B7-9DFB-5EB8-4FA4F94ABE20}"/>
              </a:ext>
            </a:extLst>
          </p:cNvPr>
          <p:cNvGrpSpPr/>
          <p:nvPr/>
        </p:nvGrpSpPr>
        <p:grpSpPr>
          <a:xfrm>
            <a:off x="9897580" y="2298490"/>
            <a:ext cx="1928100" cy="2139183"/>
            <a:chOff x="9897580" y="2298490"/>
            <a:chExt cx="1928100" cy="2139183"/>
          </a:xfrm>
        </p:grpSpPr>
        <p:pic>
          <p:nvPicPr>
            <p:cNvPr id="90" name="図 89">
              <a:extLst>
                <a:ext uri="{FF2B5EF4-FFF2-40B4-BE49-F238E27FC236}">
                  <a16:creationId xmlns:a16="http://schemas.microsoft.com/office/drawing/2014/main" id="{8400379E-4B18-D283-D594-BF578D7CE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430209">
              <a:off x="9987317" y="2298490"/>
              <a:ext cx="1838363" cy="1838363"/>
            </a:xfrm>
            <a:prstGeom prst="rect">
              <a:avLst/>
            </a:prstGeom>
          </p:spPr>
        </p:pic>
        <p:pic>
          <p:nvPicPr>
            <p:cNvPr id="92" name="図 91">
              <a:extLst>
                <a:ext uri="{FF2B5EF4-FFF2-40B4-BE49-F238E27FC236}">
                  <a16:creationId xmlns:a16="http://schemas.microsoft.com/office/drawing/2014/main" id="{D4BBDA29-6236-7AAA-B9E1-99A26125B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62790">
              <a:off x="9897580" y="3512944"/>
              <a:ext cx="924729" cy="924729"/>
            </a:xfrm>
            <a:prstGeom prst="rect">
              <a:avLst/>
            </a:prstGeom>
          </p:spPr>
        </p:pic>
      </p:grpSp>
      <p:pic>
        <p:nvPicPr>
          <p:cNvPr id="93" name="図 92">
            <a:extLst>
              <a:ext uri="{FF2B5EF4-FFF2-40B4-BE49-F238E27FC236}">
                <a16:creationId xmlns:a16="http://schemas.microsoft.com/office/drawing/2014/main" id="{BC7A681A-86F6-CB0C-C70D-BB66347275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62790">
            <a:off x="11252061" y="2458248"/>
            <a:ext cx="924729" cy="924729"/>
          </a:xfrm>
          <a:prstGeom prst="rect">
            <a:avLst/>
          </a:prstGeom>
        </p:spPr>
      </p:pic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C130E16-C060-9385-E973-6C784D119DFB}"/>
              </a:ext>
            </a:extLst>
          </p:cNvPr>
          <p:cNvGrpSpPr/>
          <p:nvPr/>
        </p:nvGrpSpPr>
        <p:grpSpPr>
          <a:xfrm rot="5872340">
            <a:off x="374401" y="2323315"/>
            <a:ext cx="1530839" cy="2008215"/>
            <a:chOff x="1968074" y="6765449"/>
            <a:chExt cx="1622798" cy="2128850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D2AD3A60-04B0-9D1A-B65D-AAAED0737836}"/>
                </a:ext>
              </a:extLst>
            </p:cNvPr>
            <p:cNvSpPr/>
            <p:nvPr/>
          </p:nvSpPr>
          <p:spPr>
            <a:xfrm rot="378397">
              <a:off x="2318777" y="7928296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56754402-A0E2-84B5-BE10-65605CD37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8397">
              <a:off x="2352266" y="7928296"/>
              <a:ext cx="966004" cy="966003"/>
            </a:xfrm>
            <a:prstGeom prst="rect">
              <a:avLst/>
            </a:prstGeom>
          </p:spPr>
        </p:pic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B03A92C-D144-C90D-7DC1-86059C8657F0}"/>
                </a:ext>
              </a:extLst>
            </p:cNvPr>
            <p:cNvSpPr/>
            <p:nvPr/>
          </p:nvSpPr>
          <p:spPr>
            <a:xfrm rot="378397">
              <a:off x="1968074" y="7227581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65D0E878-37F8-BF25-4135-68E4C4BD9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2093190" y="7227581"/>
              <a:ext cx="782750" cy="966003"/>
            </a:xfrm>
            <a:prstGeom prst="rect">
              <a:avLst/>
            </a:prstGeom>
          </p:spPr>
        </p:pic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F26ED33D-5E04-84E9-F3F8-87F2B7E2A40A}"/>
                </a:ext>
              </a:extLst>
            </p:cNvPr>
            <p:cNvSpPr/>
            <p:nvPr/>
          </p:nvSpPr>
          <p:spPr>
            <a:xfrm rot="378397">
              <a:off x="2311108" y="6765449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7EA14500-BCC9-28F6-0A45-71D425450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2344597" y="6765449"/>
              <a:ext cx="966003" cy="966003"/>
            </a:xfrm>
            <a:prstGeom prst="rect">
              <a:avLst/>
            </a:prstGeom>
          </p:spPr>
        </p:pic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B3E8DF7B-7D8B-ACB2-98C9-429D9C53C5B5}"/>
                </a:ext>
              </a:extLst>
            </p:cNvPr>
            <p:cNvSpPr/>
            <p:nvPr/>
          </p:nvSpPr>
          <p:spPr>
            <a:xfrm rot="18947562">
              <a:off x="2990885" y="7613647"/>
              <a:ext cx="599987" cy="5610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7E4262EC-0AC3-3CDF-B80F-84308202C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3010336" y="7683782"/>
              <a:ext cx="561084" cy="420813"/>
            </a:xfrm>
            <a:prstGeom prst="rect">
              <a:avLst/>
            </a:prstGeom>
          </p:spPr>
        </p:pic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9EE04C54-0668-9B1D-E10C-CC622736589A}"/>
              </a:ext>
            </a:extLst>
          </p:cNvPr>
          <p:cNvGrpSpPr/>
          <p:nvPr/>
        </p:nvGrpSpPr>
        <p:grpSpPr>
          <a:xfrm rot="6748537">
            <a:off x="2346295" y="2313825"/>
            <a:ext cx="1567016" cy="2267066"/>
            <a:chOff x="4499222" y="6923066"/>
            <a:chExt cx="1755523" cy="2539788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7DDEA61D-8B34-5FE1-7B86-C95D51BB060D}"/>
                </a:ext>
              </a:extLst>
            </p:cNvPr>
            <p:cNvSpPr/>
            <p:nvPr/>
          </p:nvSpPr>
          <p:spPr>
            <a:xfrm rot="18947562">
              <a:off x="5144747" y="8424828"/>
              <a:ext cx="1109998" cy="103802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EE6CBA92-6D9D-2BA0-AD3F-4108F11FE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5279191" y="8424828"/>
              <a:ext cx="841110" cy="1038026"/>
            </a:xfrm>
            <a:prstGeom prst="rect">
              <a:avLst/>
            </a:prstGeom>
          </p:spPr>
        </p:pic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0243722-01EF-B4AF-ADD7-1884DB052F8B}"/>
                </a:ext>
              </a:extLst>
            </p:cNvPr>
            <p:cNvSpPr/>
            <p:nvPr/>
          </p:nvSpPr>
          <p:spPr>
            <a:xfrm rot="18947562">
              <a:off x="4767897" y="7671869"/>
              <a:ext cx="1109998" cy="103802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77E4B0DD-E207-3B64-B0E8-B2EE7104D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4803883" y="7801622"/>
              <a:ext cx="1038027" cy="778520"/>
            </a:xfrm>
            <a:prstGeom prst="rect">
              <a:avLst/>
            </a:prstGeom>
          </p:spPr>
        </p:pic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AF7AF4A4-DC05-E5D1-F872-90F300FF1825}"/>
                </a:ext>
              </a:extLst>
            </p:cNvPr>
            <p:cNvSpPr/>
            <p:nvPr/>
          </p:nvSpPr>
          <p:spPr>
            <a:xfrm rot="378397">
              <a:off x="4908719" y="6923066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E7BC6857-5E67-B786-6A06-FB8AB6C9C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4942208" y="7043816"/>
              <a:ext cx="966004" cy="724503"/>
            </a:xfrm>
            <a:prstGeom prst="rect">
              <a:avLst/>
            </a:prstGeom>
          </p:spPr>
        </p:pic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BBF789BC-40C2-5A51-125D-B15A78E39B22}"/>
                </a:ext>
              </a:extLst>
            </p:cNvPr>
            <p:cNvSpPr/>
            <p:nvPr/>
          </p:nvSpPr>
          <p:spPr>
            <a:xfrm rot="378397">
              <a:off x="4499222" y="7320966"/>
              <a:ext cx="666127" cy="62293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1" name="図 40">
              <a:extLst>
                <a:ext uri="{FF2B5EF4-FFF2-40B4-BE49-F238E27FC236}">
                  <a16:creationId xmlns:a16="http://schemas.microsoft.com/office/drawing/2014/main" id="{0D865B00-009E-CB28-2DD8-631A409D6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4520818" y="7320966"/>
              <a:ext cx="622936" cy="622936"/>
            </a:xfrm>
            <a:prstGeom prst="rect">
              <a:avLst/>
            </a:prstGeom>
          </p:spPr>
        </p:pic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51B33E3D-643E-EC1B-42BE-5D9994418DAA}"/>
              </a:ext>
            </a:extLst>
          </p:cNvPr>
          <p:cNvGrpSpPr/>
          <p:nvPr/>
        </p:nvGrpSpPr>
        <p:grpSpPr>
          <a:xfrm rot="5872340">
            <a:off x="4093828" y="2364398"/>
            <a:ext cx="1402495" cy="1839847"/>
            <a:chOff x="1968074" y="6765449"/>
            <a:chExt cx="1622798" cy="2128850"/>
          </a:xfrm>
        </p:grpSpPr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AECDAAC4-4E74-698E-CEE8-3B912794FFA9}"/>
                </a:ext>
              </a:extLst>
            </p:cNvPr>
            <p:cNvSpPr/>
            <p:nvPr/>
          </p:nvSpPr>
          <p:spPr>
            <a:xfrm rot="378397">
              <a:off x="2318777" y="7928296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52B28786-5F55-0016-10E0-538093B64790}"/>
                </a:ext>
              </a:extLst>
            </p:cNvPr>
            <p:cNvSpPr/>
            <p:nvPr/>
          </p:nvSpPr>
          <p:spPr>
            <a:xfrm rot="378397">
              <a:off x="1968074" y="7227581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7" name="図 46">
              <a:extLst>
                <a:ext uri="{FF2B5EF4-FFF2-40B4-BE49-F238E27FC236}">
                  <a16:creationId xmlns:a16="http://schemas.microsoft.com/office/drawing/2014/main" id="{390F1A15-30BA-4B9F-3984-DD01E7477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2093190" y="7227581"/>
              <a:ext cx="782750" cy="966003"/>
            </a:xfrm>
            <a:prstGeom prst="rect">
              <a:avLst/>
            </a:prstGeom>
          </p:spPr>
        </p:pic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C74392D1-0468-292C-083A-795C0ABD2A74}"/>
                </a:ext>
              </a:extLst>
            </p:cNvPr>
            <p:cNvSpPr/>
            <p:nvPr/>
          </p:nvSpPr>
          <p:spPr>
            <a:xfrm rot="378397">
              <a:off x="2311108" y="6765449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5" name="図 54">
              <a:extLst>
                <a:ext uri="{FF2B5EF4-FFF2-40B4-BE49-F238E27FC236}">
                  <a16:creationId xmlns:a16="http://schemas.microsoft.com/office/drawing/2014/main" id="{2164355A-2C5D-71DE-D39F-420410538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2344597" y="6765449"/>
              <a:ext cx="966003" cy="966003"/>
            </a:xfrm>
            <a:prstGeom prst="rect">
              <a:avLst/>
            </a:prstGeom>
          </p:spPr>
        </p:pic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301CABF7-456F-C86D-77AE-C15AA07FA98B}"/>
                </a:ext>
              </a:extLst>
            </p:cNvPr>
            <p:cNvSpPr/>
            <p:nvPr/>
          </p:nvSpPr>
          <p:spPr>
            <a:xfrm rot="18947562">
              <a:off x="2990885" y="7613647"/>
              <a:ext cx="599987" cy="5610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7" name="図 56">
              <a:extLst>
                <a:ext uri="{FF2B5EF4-FFF2-40B4-BE49-F238E27FC236}">
                  <a16:creationId xmlns:a16="http://schemas.microsoft.com/office/drawing/2014/main" id="{199A7422-1603-6CF3-DC8F-E37794C27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3010336" y="7683782"/>
              <a:ext cx="561084" cy="420813"/>
            </a:xfrm>
            <a:prstGeom prst="rect">
              <a:avLst/>
            </a:prstGeom>
          </p:spPr>
        </p:pic>
        <p:pic>
          <p:nvPicPr>
            <p:cNvPr id="69" name="図 68">
              <a:extLst>
                <a:ext uri="{FF2B5EF4-FFF2-40B4-BE49-F238E27FC236}">
                  <a16:creationId xmlns:a16="http://schemas.microsoft.com/office/drawing/2014/main" id="{655657A3-4498-9EE9-9DCF-D7855A979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8397">
              <a:off x="2352266" y="7928296"/>
              <a:ext cx="966004" cy="966003"/>
            </a:xfrm>
            <a:prstGeom prst="rect">
              <a:avLst/>
            </a:prstGeom>
          </p:spPr>
        </p:pic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0167DF21-D1E0-128D-B73A-DE988CE44085}"/>
              </a:ext>
            </a:extLst>
          </p:cNvPr>
          <p:cNvGrpSpPr/>
          <p:nvPr/>
        </p:nvGrpSpPr>
        <p:grpSpPr>
          <a:xfrm rot="6840818">
            <a:off x="5959771" y="1736871"/>
            <a:ext cx="2223769" cy="3314949"/>
            <a:chOff x="7482313" y="6282248"/>
            <a:chExt cx="2223769" cy="3314949"/>
          </a:xfrm>
        </p:grpSpPr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B049DBF9-33AA-31B8-7D58-A3F89E5552A5}"/>
                </a:ext>
              </a:extLst>
            </p:cNvPr>
            <p:cNvSpPr/>
            <p:nvPr/>
          </p:nvSpPr>
          <p:spPr>
            <a:xfrm rot="18947562">
              <a:off x="8362155" y="8559172"/>
              <a:ext cx="1109998" cy="103802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6" name="図 95">
              <a:extLst>
                <a:ext uri="{FF2B5EF4-FFF2-40B4-BE49-F238E27FC236}">
                  <a16:creationId xmlns:a16="http://schemas.microsoft.com/office/drawing/2014/main" id="{9A58E71E-1EF9-FC86-F901-FC419086E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8398141" y="8688925"/>
              <a:ext cx="1038027" cy="778520"/>
            </a:xfrm>
            <a:prstGeom prst="rect">
              <a:avLst/>
            </a:prstGeom>
          </p:spPr>
        </p:pic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F0450637-41F9-77F8-1B6B-3ACD831AC719}"/>
                </a:ext>
              </a:extLst>
            </p:cNvPr>
            <p:cNvSpPr/>
            <p:nvPr/>
          </p:nvSpPr>
          <p:spPr>
            <a:xfrm rot="18947562">
              <a:off x="9106095" y="8382115"/>
              <a:ext cx="599987" cy="5610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8" name="図 97">
              <a:extLst>
                <a:ext uri="{FF2B5EF4-FFF2-40B4-BE49-F238E27FC236}">
                  <a16:creationId xmlns:a16="http://schemas.microsoft.com/office/drawing/2014/main" id="{40378C90-23C4-8863-7419-4E5D671CE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9125546" y="8382115"/>
              <a:ext cx="561084" cy="561084"/>
            </a:xfrm>
            <a:prstGeom prst="rect">
              <a:avLst/>
            </a:prstGeom>
          </p:spPr>
        </p:pic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C2BC1D6A-4E7F-055F-EE19-40522D3BE4B4}"/>
                </a:ext>
              </a:extLst>
            </p:cNvPr>
            <p:cNvSpPr/>
            <p:nvPr/>
          </p:nvSpPr>
          <p:spPr>
            <a:xfrm rot="378397">
              <a:off x="8165050" y="7521965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0" name="図 99">
              <a:extLst>
                <a:ext uri="{FF2B5EF4-FFF2-40B4-BE49-F238E27FC236}">
                  <a16:creationId xmlns:a16="http://schemas.microsoft.com/office/drawing/2014/main" id="{F8EABE94-7C01-EB44-6BF8-D345ED7BC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8397">
              <a:off x="8198539" y="7521965"/>
              <a:ext cx="966004" cy="966003"/>
            </a:xfrm>
            <a:prstGeom prst="rect">
              <a:avLst/>
            </a:prstGeom>
          </p:spPr>
        </p:pic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3D875723-2F0C-2A3A-9F87-08974A7537A8}"/>
                </a:ext>
              </a:extLst>
            </p:cNvPr>
            <p:cNvSpPr/>
            <p:nvPr/>
          </p:nvSpPr>
          <p:spPr>
            <a:xfrm rot="378397">
              <a:off x="7810008" y="6961186"/>
              <a:ext cx="849462" cy="79438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2" name="図 101">
              <a:extLst>
                <a:ext uri="{FF2B5EF4-FFF2-40B4-BE49-F238E27FC236}">
                  <a16:creationId xmlns:a16="http://schemas.microsoft.com/office/drawing/2014/main" id="{AF3DBBFB-C7E5-97D6-D967-1D734911E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7837547" y="7060483"/>
              <a:ext cx="794384" cy="595788"/>
            </a:xfrm>
            <a:prstGeom prst="rect">
              <a:avLst/>
            </a:prstGeom>
          </p:spPr>
        </p:pic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122B0164-9D7F-ADD4-C822-53A95B8634F5}"/>
                </a:ext>
              </a:extLst>
            </p:cNvPr>
            <p:cNvSpPr/>
            <p:nvPr/>
          </p:nvSpPr>
          <p:spPr>
            <a:xfrm rot="378397">
              <a:off x="7482313" y="6282248"/>
              <a:ext cx="666127" cy="62293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4" name="図 103">
              <a:extLst>
                <a:ext uri="{FF2B5EF4-FFF2-40B4-BE49-F238E27FC236}">
                  <a16:creationId xmlns:a16="http://schemas.microsoft.com/office/drawing/2014/main" id="{D1CEB5C1-88FA-4B42-81F7-99019274A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7562995" y="6282248"/>
              <a:ext cx="504763" cy="622936"/>
            </a:xfrm>
            <a:prstGeom prst="rect">
              <a:avLst/>
            </a:prstGeom>
          </p:spPr>
        </p:pic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BF3AE34E-7880-8C9F-BCA2-E5F72273FA70}"/>
                </a:ext>
              </a:extLst>
            </p:cNvPr>
            <p:cNvSpPr/>
            <p:nvPr/>
          </p:nvSpPr>
          <p:spPr>
            <a:xfrm rot="8291681" flipV="1">
              <a:off x="8439370" y="6994172"/>
              <a:ext cx="666127" cy="62293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6" name="図 105">
              <a:extLst>
                <a:ext uri="{FF2B5EF4-FFF2-40B4-BE49-F238E27FC236}">
                  <a16:creationId xmlns:a16="http://schemas.microsoft.com/office/drawing/2014/main" id="{B88C0710-97B5-9439-D7F8-35FEFD76B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291681" flipV="1">
              <a:off x="8460966" y="6994172"/>
              <a:ext cx="622936" cy="622936"/>
            </a:xfrm>
            <a:prstGeom prst="rect">
              <a:avLst/>
            </a:prstGeom>
          </p:spPr>
        </p:pic>
      </p:grp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17A69441-C2F4-94ED-ED92-C770A908E1CB}"/>
              </a:ext>
            </a:extLst>
          </p:cNvPr>
          <p:cNvGrpSpPr/>
          <p:nvPr/>
        </p:nvGrpSpPr>
        <p:grpSpPr>
          <a:xfrm rot="4119691">
            <a:off x="8378139" y="2503531"/>
            <a:ext cx="1402495" cy="1839847"/>
            <a:chOff x="1968074" y="6765449"/>
            <a:chExt cx="1622798" cy="2128850"/>
          </a:xfrm>
        </p:grpSpPr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5E0EDBF5-0B9F-B3D4-0011-1B03D505D05A}"/>
                </a:ext>
              </a:extLst>
            </p:cNvPr>
            <p:cNvSpPr/>
            <p:nvPr/>
          </p:nvSpPr>
          <p:spPr>
            <a:xfrm rot="378397">
              <a:off x="2318777" y="7928296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C3690A08-2F19-8E4F-C264-0EF6A7C1EF64}"/>
                </a:ext>
              </a:extLst>
            </p:cNvPr>
            <p:cNvSpPr/>
            <p:nvPr/>
          </p:nvSpPr>
          <p:spPr>
            <a:xfrm rot="378397">
              <a:off x="1968074" y="7227581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0" name="図 109">
              <a:extLst>
                <a:ext uri="{FF2B5EF4-FFF2-40B4-BE49-F238E27FC236}">
                  <a16:creationId xmlns:a16="http://schemas.microsoft.com/office/drawing/2014/main" id="{A40917C2-164E-8115-F96F-B88C110A0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2093190" y="7227581"/>
              <a:ext cx="782750" cy="966003"/>
            </a:xfrm>
            <a:prstGeom prst="rect">
              <a:avLst/>
            </a:prstGeom>
          </p:spPr>
        </p:pic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2E16F1BD-81F9-633D-F1B9-96B323E3FF36}"/>
                </a:ext>
              </a:extLst>
            </p:cNvPr>
            <p:cNvSpPr/>
            <p:nvPr/>
          </p:nvSpPr>
          <p:spPr>
            <a:xfrm rot="378397">
              <a:off x="2311108" y="6765449"/>
              <a:ext cx="1032981" cy="96600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2" name="図 111">
              <a:extLst>
                <a:ext uri="{FF2B5EF4-FFF2-40B4-BE49-F238E27FC236}">
                  <a16:creationId xmlns:a16="http://schemas.microsoft.com/office/drawing/2014/main" id="{58D6A48A-1D51-2ECB-AD9F-325259FE8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378397">
              <a:off x="2344597" y="6765449"/>
              <a:ext cx="966003" cy="966003"/>
            </a:xfrm>
            <a:prstGeom prst="rect">
              <a:avLst/>
            </a:prstGeom>
          </p:spPr>
        </p:pic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457C83EE-6AF4-CF4D-0F6B-45DDF32B6676}"/>
                </a:ext>
              </a:extLst>
            </p:cNvPr>
            <p:cNvSpPr/>
            <p:nvPr/>
          </p:nvSpPr>
          <p:spPr>
            <a:xfrm rot="18947562">
              <a:off x="2990885" y="7613647"/>
              <a:ext cx="599987" cy="56108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4" name="図 113">
              <a:extLst>
                <a:ext uri="{FF2B5EF4-FFF2-40B4-BE49-F238E27FC236}">
                  <a16:creationId xmlns:a16="http://schemas.microsoft.com/office/drawing/2014/main" id="{698C41FF-352C-F8AC-B4F1-710995ABD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47562">
              <a:off x="3010336" y="7683782"/>
              <a:ext cx="561084" cy="420813"/>
            </a:xfrm>
            <a:prstGeom prst="rect">
              <a:avLst/>
            </a:prstGeom>
          </p:spPr>
        </p:pic>
        <p:pic>
          <p:nvPicPr>
            <p:cNvPr id="115" name="図 114">
              <a:extLst>
                <a:ext uri="{FF2B5EF4-FFF2-40B4-BE49-F238E27FC236}">
                  <a16:creationId xmlns:a16="http://schemas.microsoft.com/office/drawing/2014/main" id="{B66E1394-8BCD-1BED-1E1F-88E602608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8397">
              <a:off x="2352266" y="7928296"/>
              <a:ext cx="966004" cy="9660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6114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C801B-CB7A-3080-713A-8AD35921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AE1F628-3EA6-9D73-96DD-639C6B492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C8BC93-B4B1-C94C-0769-C2BDE1D71E4E}"/>
              </a:ext>
            </a:extLst>
          </p:cNvPr>
          <p:cNvSpPr/>
          <p:nvPr/>
        </p:nvSpPr>
        <p:spPr>
          <a:xfrm>
            <a:off x="0" y="2460949"/>
            <a:ext cx="12192000" cy="1936102"/>
          </a:xfrm>
          <a:prstGeom prst="rect">
            <a:avLst/>
          </a:prstGeom>
          <a:solidFill>
            <a:srgbClr val="B47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498FA0B-B946-1D24-3731-EC02FFC412D4}"/>
              </a:ext>
            </a:extLst>
          </p:cNvPr>
          <p:cNvGrpSpPr/>
          <p:nvPr/>
        </p:nvGrpSpPr>
        <p:grpSpPr>
          <a:xfrm>
            <a:off x="229143" y="2695199"/>
            <a:ext cx="2075835" cy="1500569"/>
            <a:chOff x="3031445" y="4961361"/>
            <a:chExt cx="2075835" cy="1500569"/>
          </a:xfrm>
        </p:grpSpPr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E940FD01-399B-92C5-55F9-AA0234F6EA8F}"/>
                </a:ext>
              </a:extLst>
            </p:cNvPr>
            <p:cNvGrpSpPr/>
            <p:nvPr/>
          </p:nvGrpSpPr>
          <p:grpSpPr>
            <a:xfrm rot="6843358">
              <a:off x="2997956" y="5115244"/>
              <a:ext cx="1032981" cy="966003"/>
              <a:chOff x="4369225" y="1829062"/>
              <a:chExt cx="811086" cy="758496"/>
            </a:xfrm>
          </p:grpSpPr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979623CF-A94F-6B5C-B280-A4B55870623F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441A19DE-4707-A0F2-1733-AB9D6774CC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25A6BA23-9C03-02F0-EAD8-0CB1C783EFD7}"/>
                </a:ext>
              </a:extLst>
            </p:cNvPr>
            <p:cNvGrpSpPr/>
            <p:nvPr/>
          </p:nvGrpSpPr>
          <p:grpSpPr>
            <a:xfrm rot="6843358">
              <a:off x="3772230" y="4994850"/>
              <a:ext cx="1032981" cy="966003"/>
              <a:chOff x="4369225" y="1829062"/>
              <a:chExt cx="811086" cy="758496"/>
            </a:xfrm>
          </p:grpSpPr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C071C2D5-123E-66D3-4899-4A554623A9B7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28" name="図 27">
                <a:extLst>
                  <a:ext uri="{FF2B5EF4-FFF2-40B4-BE49-F238E27FC236}">
                    <a16:creationId xmlns:a16="http://schemas.microsoft.com/office/drawing/2014/main" id="{3089954D-24D2-0822-C14B-E48CA1DBB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0860EB4D-3A7A-6C62-450F-02A2D784AD8B}"/>
                </a:ext>
              </a:extLst>
            </p:cNvPr>
            <p:cNvGrpSpPr/>
            <p:nvPr/>
          </p:nvGrpSpPr>
          <p:grpSpPr>
            <a:xfrm rot="6843358">
              <a:off x="4107788" y="5462438"/>
              <a:ext cx="1032981" cy="966003"/>
              <a:chOff x="4369225" y="1829062"/>
              <a:chExt cx="811086" cy="758496"/>
            </a:xfrm>
          </p:grpSpPr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ABBB8E9F-6E00-CEA5-88D6-EF62CB2DEC08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6C419D4A-BFF6-9EAB-DFCE-0D716DA60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09DA2FE4-A967-78BA-F166-F70A3FE4A0D8}"/>
              </a:ext>
            </a:extLst>
          </p:cNvPr>
          <p:cNvGrpSpPr/>
          <p:nvPr/>
        </p:nvGrpSpPr>
        <p:grpSpPr>
          <a:xfrm rot="3812523">
            <a:off x="2115672" y="2974672"/>
            <a:ext cx="1109998" cy="1038026"/>
            <a:chOff x="4369225" y="1829062"/>
            <a:chExt cx="811086" cy="758496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222510C0-E84E-F34A-C8CE-9E7962EF9EA5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8AD823EA-C1F0-2206-AFB3-7CAF5FDCC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9D2E4067-C36B-8270-B3C2-82AA5CB6BA18}"/>
              </a:ext>
            </a:extLst>
          </p:cNvPr>
          <p:cNvGrpSpPr/>
          <p:nvPr/>
        </p:nvGrpSpPr>
        <p:grpSpPr>
          <a:xfrm rot="3812523">
            <a:off x="2947674" y="2845302"/>
            <a:ext cx="1109998" cy="1038026"/>
            <a:chOff x="4369225" y="1829062"/>
            <a:chExt cx="811086" cy="758496"/>
          </a:xfrm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FA9C2722-77E7-044A-5E85-69A0D2490F28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FB5BB693-A878-1421-DB60-453E95A4F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006AF2C0-57E1-7E13-6D9D-AF8DAC3FCE31}"/>
              </a:ext>
            </a:extLst>
          </p:cNvPr>
          <p:cNvGrpSpPr/>
          <p:nvPr/>
        </p:nvGrpSpPr>
        <p:grpSpPr>
          <a:xfrm>
            <a:off x="3735938" y="3064127"/>
            <a:ext cx="1740277" cy="1153375"/>
            <a:chOff x="3735938" y="3064127"/>
            <a:chExt cx="1740277" cy="1153375"/>
          </a:xfrm>
        </p:grpSpPr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E53C15CC-6181-1E6F-245A-040D1A30D28D}"/>
                </a:ext>
              </a:extLst>
            </p:cNvPr>
            <p:cNvGrpSpPr/>
            <p:nvPr/>
          </p:nvGrpSpPr>
          <p:grpSpPr>
            <a:xfrm rot="6843358">
              <a:off x="3702449" y="3218010"/>
              <a:ext cx="1032981" cy="966003"/>
              <a:chOff x="4369225" y="1829062"/>
              <a:chExt cx="811086" cy="758496"/>
            </a:xfrm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515D7315-60E5-8E43-87DE-8E7B4066B573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33CAB7A8-4B35-A18D-840E-3538A86248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439A52D2-A0AC-6497-0CC0-23274AB62638}"/>
                </a:ext>
              </a:extLst>
            </p:cNvPr>
            <p:cNvGrpSpPr/>
            <p:nvPr/>
          </p:nvGrpSpPr>
          <p:grpSpPr>
            <a:xfrm rot="6843358">
              <a:off x="4476723" y="3097616"/>
              <a:ext cx="1032981" cy="966003"/>
              <a:chOff x="4369225" y="1829062"/>
              <a:chExt cx="811086" cy="758496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7B0359AB-115E-DDEC-2279-1EC7899C4F8C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9" name="図 48">
                <a:extLst>
                  <a:ext uri="{FF2B5EF4-FFF2-40B4-BE49-F238E27FC236}">
                    <a16:creationId xmlns:a16="http://schemas.microsoft.com/office/drawing/2014/main" id="{FA3D3B6F-E186-BE30-896A-378EAA0C37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DF680AFC-D98B-2E85-892D-47354A94B17A}"/>
              </a:ext>
            </a:extLst>
          </p:cNvPr>
          <p:cNvGrpSpPr/>
          <p:nvPr/>
        </p:nvGrpSpPr>
        <p:grpSpPr>
          <a:xfrm rot="6843358">
            <a:off x="3851039" y="2755835"/>
            <a:ext cx="666127" cy="622936"/>
            <a:chOff x="4369225" y="1829062"/>
            <a:chExt cx="811086" cy="758496"/>
          </a:xfrm>
        </p:grpSpPr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478FB1F8-8D27-EB1A-1F34-3DBBA162A547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9" name="図 58">
              <a:extLst>
                <a:ext uri="{FF2B5EF4-FFF2-40B4-BE49-F238E27FC236}">
                  <a16:creationId xmlns:a16="http://schemas.microsoft.com/office/drawing/2014/main" id="{BF555135-DADF-BAB8-7DC6-4FBC50B2C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F051A0F2-5897-CF39-5DD7-614668126B82}"/>
              </a:ext>
            </a:extLst>
          </p:cNvPr>
          <p:cNvGrpSpPr/>
          <p:nvPr/>
        </p:nvGrpSpPr>
        <p:grpSpPr>
          <a:xfrm rot="3812523">
            <a:off x="5341637" y="2812301"/>
            <a:ext cx="1109998" cy="1038026"/>
            <a:chOff x="4369225" y="1829062"/>
            <a:chExt cx="811086" cy="758496"/>
          </a:xfrm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06DE47FA-A7C9-E773-FB88-58E477CFC2AD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2" name="図 61">
              <a:extLst>
                <a:ext uri="{FF2B5EF4-FFF2-40B4-BE49-F238E27FC236}">
                  <a16:creationId xmlns:a16="http://schemas.microsoft.com/office/drawing/2014/main" id="{14DD3F49-D1AC-2F26-8045-2E982BAEB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4CCE7830-6E0C-8BB9-7500-A054A7D9E162}"/>
              </a:ext>
            </a:extLst>
          </p:cNvPr>
          <p:cNvGrpSpPr/>
          <p:nvPr/>
        </p:nvGrpSpPr>
        <p:grpSpPr>
          <a:xfrm rot="3812523">
            <a:off x="5843338" y="3643108"/>
            <a:ext cx="599987" cy="561084"/>
            <a:chOff x="4369225" y="1829062"/>
            <a:chExt cx="811086" cy="758496"/>
          </a:xfrm>
        </p:grpSpPr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A14F19A6-F4FA-BE7C-0A40-7E89763149C2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5" name="図 64">
              <a:extLst>
                <a:ext uri="{FF2B5EF4-FFF2-40B4-BE49-F238E27FC236}">
                  <a16:creationId xmlns:a16="http://schemas.microsoft.com/office/drawing/2014/main" id="{752A612D-FBD9-C828-4CC9-0F0D25899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3042BD8C-96D3-9BA6-4105-9ECF87AC5E77}"/>
              </a:ext>
            </a:extLst>
          </p:cNvPr>
          <p:cNvGrpSpPr/>
          <p:nvPr/>
        </p:nvGrpSpPr>
        <p:grpSpPr>
          <a:xfrm rot="3812523">
            <a:off x="765750" y="3643107"/>
            <a:ext cx="599987" cy="561084"/>
            <a:chOff x="4369225" y="1829062"/>
            <a:chExt cx="811086" cy="758496"/>
          </a:xfrm>
        </p:grpSpPr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7240A332-03D3-017C-4045-38A8056AC332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8" name="図 67">
              <a:extLst>
                <a:ext uri="{FF2B5EF4-FFF2-40B4-BE49-F238E27FC236}">
                  <a16:creationId xmlns:a16="http://schemas.microsoft.com/office/drawing/2014/main" id="{73292605-5300-F272-03C5-DDA9B578A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7E46F1EA-05DD-EEB1-F60C-11F75286673F}"/>
              </a:ext>
            </a:extLst>
          </p:cNvPr>
          <p:cNvGrpSpPr/>
          <p:nvPr/>
        </p:nvGrpSpPr>
        <p:grpSpPr>
          <a:xfrm rot="6843358">
            <a:off x="6474106" y="2951089"/>
            <a:ext cx="1032981" cy="966003"/>
            <a:chOff x="4369225" y="1829062"/>
            <a:chExt cx="811086" cy="758496"/>
          </a:xfrm>
        </p:grpSpPr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CDB60C49-6465-AD81-556E-D442430C2A81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5" name="図 74">
              <a:extLst>
                <a:ext uri="{FF2B5EF4-FFF2-40B4-BE49-F238E27FC236}">
                  <a16:creationId xmlns:a16="http://schemas.microsoft.com/office/drawing/2014/main" id="{787EFB19-2B5B-B8B8-6F7E-4B05AD28E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9D916003-A8B0-ADD2-F2FB-14B4327006B0}"/>
              </a:ext>
            </a:extLst>
          </p:cNvPr>
          <p:cNvGrpSpPr/>
          <p:nvPr/>
        </p:nvGrpSpPr>
        <p:grpSpPr>
          <a:xfrm rot="6843358">
            <a:off x="7317885" y="2808480"/>
            <a:ext cx="849462" cy="794383"/>
            <a:chOff x="4369225" y="1829062"/>
            <a:chExt cx="811086" cy="758496"/>
          </a:xfrm>
        </p:grpSpPr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01AF432E-6C3E-D669-6984-31DE6E191428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1C009729-E2DD-0745-BB05-FABC04FB9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A5950E37-DE3D-29AB-A356-8308DAC3666D}"/>
              </a:ext>
            </a:extLst>
          </p:cNvPr>
          <p:cNvGrpSpPr/>
          <p:nvPr/>
        </p:nvGrpSpPr>
        <p:grpSpPr>
          <a:xfrm>
            <a:off x="8150559" y="3036205"/>
            <a:ext cx="1740277" cy="1153375"/>
            <a:chOff x="3735938" y="3064127"/>
            <a:chExt cx="1740277" cy="1153375"/>
          </a:xfrm>
        </p:grpSpPr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AD8580E3-FE4D-3CF9-25E7-D89D6D6784DB}"/>
                </a:ext>
              </a:extLst>
            </p:cNvPr>
            <p:cNvGrpSpPr/>
            <p:nvPr/>
          </p:nvGrpSpPr>
          <p:grpSpPr>
            <a:xfrm rot="6843358">
              <a:off x="3702449" y="3218010"/>
              <a:ext cx="1032981" cy="966003"/>
              <a:chOff x="4369225" y="1829062"/>
              <a:chExt cx="811086" cy="758496"/>
            </a:xfrm>
          </p:grpSpPr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FAE7F775-3AB2-FE81-695B-2315CB231AFA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2" name="図 81">
                <a:extLst>
                  <a:ext uri="{FF2B5EF4-FFF2-40B4-BE49-F238E27FC236}">
                    <a16:creationId xmlns:a16="http://schemas.microsoft.com/office/drawing/2014/main" id="{64716904-B6D0-4B3B-DCB2-78C85961D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2FC91583-7B69-76A4-5BB5-7C943BD7A9E4}"/>
                </a:ext>
              </a:extLst>
            </p:cNvPr>
            <p:cNvGrpSpPr/>
            <p:nvPr/>
          </p:nvGrpSpPr>
          <p:grpSpPr>
            <a:xfrm rot="6843358">
              <a:off x="4476723" y="3097616"/>
              <a:ext cx="1032981" cy="966003"/>
              <a:chOff x="4369225" y="1829062"/>
              <a:chExt cx="811086" cy="758496"/>
            </a:xfrm>
          </p:grpSpPr>
          <p:sp>
            <p:nvSpPr>
              <p:cNvPr id="79" name="正方形/長方形 78">
                <a:extLst>
                  <a:ext uri="{FF2B5EF4-FFF2-40B4-BE49-F238E27FC236}">
                    <a16:creationId xmlns:a16="http://schemas.microsoft.com/office/drawing/2014/main" id="{B0447E04-69EE-2392-19FC-1E23560534B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0" name="図 79">
                <a:extLst>
                  <a:ext uri="{FF2B5EF4-FFF2-40B4-BE49-F238E27FC236}">
                    <a16:creationId xmlns:a16="http://schemas.microsoft.com/office/drawing/2014/main" id="{D5F6B562-7AF7-D862-9867-24DF024382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00C73465-FF96-2F5A-8217-71E3CCD7EB51}"/>
              </a:ext>
            </a:extLst>
          </p:cNvPr>
          <p:cNvGrpSpPr/>
          <p:nvPr/>
        </p:nvGrpSpPr>
        <p:grpSpPr>
          <a:xfrm rot="6843358">
            <a:off x="8265660" y="2727913"/>
            <a:ext cx="666127" cy="622936"/>
            <a:chOff x="4369225" y="1829062"/>
            <a:chExt cx="811086" cy="758496"/>
          </a:xfrm>
        </p:grpSpPr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C924D2B2-4138-12B2-860B-56B6557F85D7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5" name="図 84">
              <a:extLst>
                <a:ext uri="{FF2B5EF4-FFF2-40B4-BE49-F238E27FC236}">
                  <a16:creationId xmlns:a16="http://schemas.microsoft.com/office/drawing/2014/main" id="{9E47DE7A-F148-870E-29A2-7D57245FE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E483B7EA-D82A-6FEF-E7AA-120EE3D7AA0F}"/>
              </a:ext>
            </a:extLst>
          </p:cNvPr>
          <p:cNvGrpSpPr/>
          <p:nvPr/>
        </p:nvGrpSpPr>
        <p:grpSpPr>
          <a:xfrm rot="14756642" flipV="1">
            <a:off x="7295862" y="3422381"/>
            <a:ext cx="666127" cy="622936"/>
            <a:chOff x="4369225" y="1829062"/>
            <a:chExt cx="811086" cy="758496"/>
          </a:xfrm>
        </p:grpSpPr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D87F0021-DD85-B5B3-8156-3E45C28FE673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8" name="図 87">
              <a:extLst>
                <a:ext uri="{FF2B5EF4-FFF2-40B4-BE49-F238E27FC236}">
                  <a16:creationId xmlns:a16="http://schemas.microsoft.com/office/drawing/2014/main" id="{7343778A-CB70-DC9D-C744-89B86C1A9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pic>
        <p:nvPicPr>
          <p:cNvPr id="90" name="図 89">
            <a:extLst>
              <a:ext uri="{FF2B5EF4-FFF2-40B4-BE49-F238E27FC236}">
                <a16:creationId xmlns:a16="http://schemas.microsoft.com/office/drawing/2014/main" id="{8D7F68F9-4273-5A52-5540-18398426E7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430209">
            <a:off x="9987317" y="2298490"/>
            <a:ext cx="1838363" cy="1838363"/>
          </a:xfrm>
          <a:prstGeom prst="rect">
            <a:avLst/>
          </a:prstGeom>
        </p:spPr>
      </p:pic>
      <p:pic>
        <p:nvPicPr>
          <p:cNvPr id="93" name="図 92">
            <a:extLst>
              <a:ext uri="{FF2B5EF4-FFF2-40B4-BE49-F238E27FC236}">
                <a16:creationId xmlns:a16="http://schemas.microsoft.com/office/drawing/2014/main" id="{5218AECA-63F9-3404-1366-95203E1F74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62790">
            <a:off x="11252061" y="2458248"/>
            <a:ext cx="924729" cy="924729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F3891AB3-E870-58DE-4E39-E389DF0CDC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767" y="-474467"/>
            <a:ext cx="3472464" cy="347246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2517FCF-9F94-8D11-B200-1E7007AE7B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09" y="4036003"/>
            <a:ext cx="2556898" cy="2556898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E0482C73-6251-6D99-E01F-0339FE57EC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218" y="4347796"/>
            <a:ext cx="2176168" cy="2176168"/>
          </a:xfrm>
          <a:prstGeom prst="rect">
            <a:avLst/>
          </a:prstGeom>
        </p:spPr>
      </p:pic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3A0EDAB-0922-DBFD-9FBA-9CF7DBEA926E}"/>
              </a:ext>
            </a:extLst>
          </p:cNvPr>
          <p:cNvGrpSpPr/>
          <p:nvPr/>
        </p:nvGrpSpPr>
        <p:grpSpPr>
          <a:xfrm rot="20777117">
            <a:off x="2029876" y="2643559"/>
            <a:ext cx="1090201" cy="1957852"/>
            <a:chOff x="3135086" y="3171564"/>
            <a:chExt cx="1220189" cy="219129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DFD151FC-3A7F-1A4A-8C92-B396F1D45A11}"/>
                </a:ext>
              </a:extLst>
            </p:cNvPr>
            <p:cNvSpPr/>
            <p:nvPr/>
          </p:nvSpPr>
          <p:spPr>
            <a:xfrm>
              <a:off x="3135086" y="3171564"/>
              <a:ext cx="1220189" cy="21912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88900" cmpd="thickThin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340AB26C-751A-3BA8-6C88-811AB75E0D12}"/>
                </a:ext>
              </a:extLst>
            </p:cNvPr>
            <p:cNvSpPr txBox="1"/>
            <p:nvPr/>
          </p:nvSpPr>
          <p:spPr>
            <a:xfrm>
              <a:off x="3219319" y="3802171"/>
              <a:ext cx="1051720" cy="930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4800">
                  <a:latin typeface="KaitouYokokuGothic Heavy" panose="020B0A00000000000000" pitchFamily="34" charset="0"/>
                  <a:ea typeface="KaitouYokokuGothic Heavy" panose="020B0A00000000000000" pitchFamily="34" charset="0"/>
                </a:rPr>
                <a:t>滅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97A2734-0BEB-56BE-1B04-BC2948E82C08}"/>
              </a:ext>
            </a:extLst>
          </p:cNvPr>
          <p:cNvGrpSpPr/>
          <p:nvPr/>
        </p:nvGrpSpPr>
        <p:grpSpPr>
          <a:xfrm>
            <a:off x="5252626" y="2253682"/>
            <a:ext cx="1333153" cy="2394160"/>
            <a:chOff x="3135086" y="3171564"/>
            <a:chExt cx="1220189" cy="2191292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36B33147-90F3-A758-DEB3-793AD20548B3}"/>
                </a:ext>
              </a:extLst>
            </p:cNvPr>
            <p:cNvSpPr/>
            <p:nvPr/>
          </p:nvSpPr>
          <p:spPr>
            <a:xfrm>
              <a:off x="3135086" y="3171564"/>
              <a:ext cx="1220189" cy="21912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88900" cmpd="thickThin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9FD98FE3-1032-168D-EDE3-2114894ECB02}"/>
                </a:ext>
              </a:extLst>
            </p:cNvPr>
            <p:cNvSpPr txBox="1"/>
            <p:nvPr/>
          </p:nvSpPr>
          <p:spPr>
            <a:xfrm>
              <a:off x="3228591" y="3759379"/>
              <a:ext cx="1033183" cy="9296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6000">
                  <a:latin typeface="KaitouYokokuGothic Heavy" panose="020B0A00000000000000" pitchFamily="34" charset="0"/>
                  <a:ea typeface="KaitouYokokuGothic Heavy" panose="020B0A00000000000000" pitchFamily="34" charset="0"/>
                </a:rPr>
                <a:t>滅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CEDA9E5B-573B-FA50-429B-AFD468185DA3}"/>
              </a:ext>
            </a:extLst>
          </p:cNvPr>
          <p:cNvGrpSpPr/>
          <p:nvPr/>
        </p:nvGrpSpPr>
        <p:grpSpPr>
          <a:xfrm rot="995945">
            <a:off x="8273861" y="2207854"/>
            <a:ext cx="1090201" cy="1957852"/>
            <a:chOff x="3135086" y="3171564"/>
            <a:chExt cx="1220189" cy="2191292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90083565-09ED-3440-D96C-5E3E996C5476}"/>
                </a:ext>
              </a:extLst>
            </p:cNvPr>
            <p:cNvSpPr/>
            <p:nvPr/>
          </p:nvSpPr>
          <p:spPr>
            <a:xfrm>
              <a:off x="3135086" y="3171564"/>
              <a:ext cx="1220189" cy="21912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88900" cmpd="thickThin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BD4D740C-FF4D-DFBC-25E7-65B7270ABAEA}"/>
                </a:ext>
              </a:extLst>
            </p:cNvPr>
            <p:cNvSpPr txBox="1"/>
            <p:nvPr/>
          </p:nvSpPr>
          <p:spPr>
            <a:xfrm>
              <a:off x="3219320" y="3802170"/>
              <a:ext cx="1051720" cy="930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4800">
                  <a:latin typeface="KaitouYokokuGothic Heavy" panose="020B0A00000000000000" pitchFamily="34" charset="0"/>
                  <a:ea typeface="KaitouYokokuGothic Heavy" panose="020B0A00000000000000" pitchFamily="34" charset="0"/>
                </a:rPr>
                <a:t>滅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B8C27C0A-192A-FAE5-0B83-C71F12D27889}"/>
              </a:ext>
            </a:extLst>
          </p:cNvPr>
          <p:cNvGrpSpPr/>
          <p:nvPr/>
        </p:nvGrpSpPr>
        <p:grpSpPr>
          <a:xfrm rot="14756642" flipV="1">
            <a:off x="9817404" y="3556618"/>
            <a:ext cx="666127" cy="622936"/>
            <a:chOff x="4369225" y="1829062"/>
            <a:chExt cx="811086" cy="758496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FCC8A901-4390-C8CA-6E9B-71AD58F29E99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2F3D85E7-14DA-C309-F247-C6D61AB11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D223173F-C333-FD9F-EA6D-6CBA2CF47BC8}"/>
              </a:ext>
            </a:extLst>
          </p:cNvPr>
          <p:cNvGrpSpPr/>
          <p:nvPr/>
        </p:nvGrpSpPr>
        <p:grpSpPr>
          <a:xfrm rot="17102892" flipV="1">
            <a:off x="10098611" y="3242060"/>
            <a:ext cx="666127" cy="622936"/>
            <a:chOff x="4369225" y="1829062"/>
            <a:chExt cx="811086" cy="758496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95D87965-D060-9FA7-8E6C-781B3161F527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7ED9DF03-AF5A-D56D-3A44-66EA0926E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3161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6F900-018E-FBFF-292B-60220E943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92FC030-B3E1-0759-1592-302F7F338D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679B457-B7D5-1E53-77EF-7DA08163C24D}"/>
              </a:ext>
            </a:extLst>
          </p:cNvPr>
          <p:cNvSpPr/>
          <p:nvPr/>
        </p:nvSpPr>
        <p:spPr>
          <a:xfrm>
            <a:off x="0" y="2460949"/>
            <a:ext cx="12192000" cy="1936102"/>
          </a:xfrm>
          <a:prstGeom prst="rect">
            <a:avLst/>
          </a:prstGeom>
          <a:solidFill>
            <a:srgbClr val="B47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C8A233-C810-7F98-BDE2-C2C58A09D33F}"/>
              </a:ext>
            </a:extLst>
          </p:cNvPr>
          <p:cNvSpPr txBox="1"/>
          <p:nvPr/>
        </p:nvSpPr>
        <p:spPr>
          <a:xfrm rot="21338767">
            <a:off x="3898123" y="393620"/>
            <a:ext cx="439575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9600">
                <a:latin typeface="KaitouYokokuGothic Heavy" panose="020B0A00000000000000" pitchFamily="34" charset="0"/>
                <a:ea typeface="KaitouYokokuGothic Heavy" panose="020B0A00000000000000" pitchFamily="34" charset="0"/>
              </a:rPr>
              <a:t>決着！</a:t>
            </a:r>
            <a:endParaRPr kumimoji="1" lang="ja-JP" altLang="en-US" sz="9600">
              <a:latin typeface="KaitouYokokuGothic Heavy" panose="020B0A00000000000000" pitchFamily="34" charset="0"/>
              <a:ea typeface="KaitouYokokuGothic Heavy" panose="020B0A00000000000000" pitchFamily="34" charset="0"/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C7AFE41-0B84-AAB8-8E09-18AFC05A0A82}"/>
              </a:ext>
            </a:extLst>
          </p:cNvPr>
          <p:cNvGrpSpPr/>
          <p:nvPr/>
        </p:nvGrpSpPr>
        <p:grpSpPr>
          <a:xfrm>
            <a:off x="229143" y="2695199"/>
            <a:ext cx="2075835" cy="1500569"/>
            <a:chOff x="3031445" y="4961361"/>
            <a:chExt cx="2075835" cy="1500569"/>
          </a:xfrm>
        </p:grpSpPr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55FF40F3-C025-0CF5-9DD7-B7518331AF4A}"/>
                </a:ext>
              </a:extLst>
            </p:cNvPr>
            <p:cNvGrpSpPr/>
            <p:nvPr/>
          </p:nvGrpSpPr>
          <p:grpSpPr>
            <a:xfrm rot="6843358">
              <a:off x="2997956" y="5115244"/>
              <a:ext cx="1032981" cy="966003"/>
              <a:chOff x="4369225" y="1829062"/>
              <a:chExt cx="811086" cy="758496"/>
            </a:xfrm>
          </p:grpSpPr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8C514858-BEB8-3160-F465-DB0D98608A17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4CB21730-E3F4-BDB5-AAF9-BE5E527B7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EA09F760-9B31-CB2C-18DF-99602AA61F7F}"/>
                </a:ext>
              </a:extLst>
            </p:cNvPr>
            <p:cNvGrpSpPr/>
            <p:nvPr/>
          </p:nvGrpSpPr>
          <p:grpSpPr>
            <a:xfrm rot="6843358">
              <a:off x="3772230" y="4994850"/>
              <a:ext cx="1032981" cy="966003"/>
              <a:chOff x="4369225" y="1829062"/>
              <a:chExt cx="811086" cy="758496"/>
            </a:xfrm>
          </p:grpSpPr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1BD1FD2B-A6BC-893B-DF58-7824418D869F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28" name="図 27">
                <a:extLst>
                  <a:ext uri="{FF2B5EF4-FFF2-40B4-BE49-F238E27FC236}">
                    <a16:creationId xmlns:a16="http://schemas.microsoft.com/office/drawing/2014/main" id="{0AE61FD9-2A3C-3D64-AFB8-276907AC2E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1FB6C53D-EE7A-3686-8268-A97028F3705F}"/>
                </a:ext>
              </a:extLst>
            </p:cNvPr>
            <p:cNvGrpSpPr/>
            <p:nvPr/>
          </p:nvGrpSpPr>
          <p:grpSpPr>
            <a:xfrm rot="6843358">
              <a:off x="4107788" y="5462438"/>
              <a:ext cx="1032981" cy="966003"/>
              <a:chOff x="4369225" y="1829062"/>
              <a:chExt cx="811086" cy="758496"/>
            </a:xfrm>
          </p:grpSpPr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17AD223D-041C-5738-9E3B-2C83B09CE361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D44F3039-1956-5E0D-A531-55816A39C5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DF3971D-74B5-DD8A-97B0-94C08DCF41BC}"/>
              </a:ext>
            </a:extLst>
          </p:cNvPr>
          <p:cNvGrpSpPr/>
          <p:nvPr/>
        </p:nvGrpSpPr>
        <p:grpSpPr>
          <a:xfrm>
            <a:off x="2151658" y="2734239"/>
            <a:ext cx="3324557" cy="1483263"/>
            <a:chOff x="2151658" y="2734239"/>
            <a:chExt cx="3324557" cy="1483263"/>
          </a:xfrm>
        </p:grpSpPr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9F4125C4-348F-A2E2-AFBC-F8319A6C3B2A}"/>
                </a:ext>
              </a:extLst>
            </p:cNvPr>
            <p:cNvGrpSpPr/>
            <p:nvPr/>
          </p:nvGrpSpPr>
          <p:grpSpPr>
            <a:xfrm rot="3812523">
              <a:off x="2115672" y="2974672"/>
              <a:ext cx="1109998" cy="1038026"/>
              <a:chOff x="4369225" y="1829062"/>
              <a:chExt cx="811086" cy="758496"/>
            </a:xfrm>
          </p:grpSpPr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24B9B010-B0A2-EE31-FF34-A83550702315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0" name="図 39">
                <a:extLst>
                  <a:ext uri="{FF2B5EF4-FFF2-40B4-BE49-F238E27FC236}">
                    <a16:creationId xmlns:a16="http://schemas.microsoft.com/office/drawing/2014/main" id="{4A073E71-3106-FCC4-9366-9979FAC084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394F6054-99CD-768F-0FD3-C1577EDBB463}"/>
                </a:ext>
              </a:extLst>
            </p:cNvPr>
            <p:cNvGrpSpPr/>
            <p:nvPr/>
          </p:nvGrpSpPr>
          <p:grpSpPr>
            <a:xfrm rot="3812523">
              <a:off x="2947674" y="2845302"/>
              <a:ext cx="1109998" cy="1038026"/>
              <a:chOff x="4369225" y="1829062"/>
              <a:chExt cx="811086" cy="758496"/>
            </a:xfrm>
          </p:grpSpPr>
          <p:sp>
            <p:nvSpPr>
              <p:cNvPr id="37" name="正方形/長方形 36">
                <a:extLst>
                  <a:ext uri="{FF2B5EF4-FFF2-40B4-BE49-F238E27FC236}">
                    <a16:creationId xmlns:a16="http://schemas.microsoft.com/office/drawing/2014/main" id="{9B10B6EE-C04A-76E5-6E15-658DFC3AA3D7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8" name="図 37">
                <a:extLst>
                  <a:ext uri="{FF2B5EF4-FFF2-40B4-BE49-F238E27FC236}">
                    <a16:creationId xmlns:a16="http://schemas.microsoft.com/office/drawing/2014/main" id="{5D84659A-15BE-31A7-32F6-649375C602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9E731412-88F3-BC79-1048-BDC51AB3AF7D}"/>
                </a:ext>
              </a:extLst>
            </p:cNvPr>
            <p:cNvGrpSpPr/>
            <p:nvPr/>
          </p:nvGrpSpPr>
          <p:grpSpPr>
            <a:xfrm>
              <a:off x="3735938" y="3064127"/>
              <a:ext cx="1740277" cy="1153375"/>
              <a:chOff x="3735938" y="3064127"/>
              <a:chExt cx="1740277" cy="1153375"/>
            </a:xfrm>
          </p:grpSpPr>
          <p:grpSp>
            <p:nvGrpSpPr>
              <p:cNvPr id="43" name="グループ化 42">
                <a:extLst>
                  <a:ext uri="{FF2B5EF4-FFF2-40B4-BE49-F238E27FC236}">
                    <a16:creationId xmlns:a16="http://schemas.microsoft.com/office/drawing/2014/main" id="{26FA1134-600D-10AF-7554-2E19B707FE5B}"/>
                  </a:ext>
                </a:extLst>
              </p:cNvPr>
              <p:cNvGrpSpPr/>
              <p:nvPr/>
            </p:nvGrpSpPr>
            <p:grpSpPr>
              <a:xfrm rot="6843358">
                <a:off x="3702449" y="3218010"/>
                <a:ext cx="1032981" cy="966003"/>
                <a:chOff x="4369225" y="1829062"/>
                <a:chExt cx="811086" cy="758496"/>
              </a:xfrm>
            </p:grpSpPr>
            <p:sp>
              <p:nvSpPr>
                <p:cNvPr id="50" name="正方形/長方形 49">
                  <a:extLst>
                    <a:ext uri="{FF2B5EF4-FFF2-40B4-BE49-F238E27FC236}">
                      <a16:creationId xmlns:a16="http://schemas.microsoft.com/office/drawing/2014/main" id="{D6E33A42-8A74-3D8D-D06E-79E806632ACE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51" name="図 50">
                  <a:extLst>
                    <a:ext uri="{FF2B5EF4-FFF2-40B4-BE49-F238E27FC236}">
                      <a16:creationId xmlns:a16="http://schemas.microsoft.com/office/drawing/2014/main" id="{52732C87-EADB-C4AB-CBEF-DDA1E43110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  <p:grpSp>
            <p:nvGrpSpPr>
              <p:cNvPr id="44" name="グループ化 43">
                <a:extLst>
                  <a:ext uri="{FF2B5EF4-FFF2-40B4-BE49-F238E27FC236}">
                    <a16:creationId xmlns:a16="http://schemas.microsoft.com/office/drawing/2014/main" id="{70473565-61A4-C665-8DA8-CA173C5011DD}"/>
                  </a:ext>
                </a:extLst>
              </p:cNvPr>
              <p:cNvGrpSpPr/>
              <p:nvPr/>
            </p:nvGrpSpPr>
            <p:grpSpPr>
              <a:xfrm rot="6843358">
                <a:off x="4476723" y="3097616"/>
                <a:ext cx="1032981" cy="966003"/>
                <a:chOff x="4369225" y="1829062"/>
                <a:chExt cx="811086" cy="758496"/>
              </a:xfrm>
            </p:grpSpPr>
            <p:sp>
              <p:nvSpPr>
                <p:cNvPr id="48" name="正方形/長方形 47">
                  <a:extLst>
                    <a:ext uri="{FF2B5EF4-FFF2-40B4-BE49-F238E27FC236}">
                      <a16:creationId xmlns:a16="http://schemas.microsoft.com/office/drawing/2014/main" id="{DDACACBD-492D-8E39-CDF9-1F6744FF1E5B}"/>
                    </a:ext>
                  </a:extLst>
                </p:cNvPr>
                <p:cNvSpPr/>
                <p:nvPr/>
              </p:nvSpPr>
              <p:spPr>
                <a:xfrm>
                  <a:off x="4369225" y="1829062"/>
                  <a:ext cx="811086" cy="75849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49" name="図 48">
                  <a:extLst>
                    <a:ext uri="{FF2B5EF4-FFF2-40B4-BE49-F238E27FC236}">
                      <a16:creationId xmlns:a16="http://schemas.microsoft.com/office/drawing/2014/main" id="{38284307-1524-1E17-6C37-69684D7F82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5520" y="1829062"/>
                  <a:ext cx="758496" cy="75849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BBDD4937-80D3-340A-40C6-6E807DA23D30}"/>
                </a:ext>
              </a:extLst>
            </p:cNvPr>
            <p:cNvGrpSpPr/>
            <p:nvPr/>
          </p:nvGrpSpPr>
          <p:grpSpPr>
            <a:xfrm rot="6843358">
              <a:off x="3851039" y="2755835"/>
              <a:ext cx="666127" cy="622936"/>
              <a:chOff x="4369225" y="1829062"/>
              <a:chExt cx="811086" cy="758496"/>
            </a:xfrm>
          </p:grpSpPr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B511F00C-B8CC-D099-60C4-AB110F51A5C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59" name="図 58">
                <a:extLst>
                  <a:ext uri="{FF2B5EF4-FFF2-40B4-BE49-F238E27FC236}">
                    <a16:creationId xmlns:a16="http://schemas.microsoft.com/office/drawing/2014/main" id="{A12702B6-CB1C-C82B-ACFE-C3B2B693A1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145DB64A-25DE-66C4-80D3-894EAD6258E6}"/>
              </a:ext>
            </a:extLst>
          </p:cNvPr>
          <p:cNvGrpSpPr/>
          <p:nvPr/>
        </p:nvGrpSpPr>
        <p:grpSpPr>
          <a:xfrm rot="3812523">
            <a:off x="765750" y="3643107"/>
            <a:ext cx="599987" cy="561084"/>
            <a:chOff x="4369225" y="1829062"/>
            <a:chExt cx="811086" cy="758496"/>
          </a:xfrm>
        </p:grpSpPr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2122A21C-724C-8361-BEBA-98520CEB0151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8" name="図 67">
              <a:extLst>
                <a:ext uri="{FF2B5EF4-FFF2-40B4-BE49-F238E27FC236}">
                  <a16:creationId xmlns:a16="http://schemas.microsoft.com/office/drawing/2014/main" id="{1BC0A914-C433-DE2E-D21D-0AC37B8E2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FE261EC9-A818-4E92-83CF-5126322DCD8B}"/>
              </a:ext>
            </a:extLst>
          </p:cNvPr>
          <p:cNvGrpSpPr/>
          <p:nvPr/>
        </p:nvGrpSpPr>
        <p:grpSpPr>
          <a:xfrm>
            <a:off x="8150559" y="3036205"/>
            <a:ext cx="1740277" cy="1153375"/>
            <a:chOff x="3735938" y="3064127"/>
            <a:chExt cx="1740277" cy="1153375"/>
          </a:xfrm>
        </p:grpSpPr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A2124CA3-0ACE-B09D-1CA4-A8F506099FC3}"/>
                </a:ext>
              </a:extLst>
            </p:cNvPr>
            <p:cNvGrpSpPr/>
            <p:nvPr/>
          </p:nvGrpSpPr>
          <p:grpSpPr>
            <a:xfrm rot="6843358">
              <a:off x="3702449" y="3218010"/>
              <a:ext cx="1032981" cy="966003"/>
              <a:chOff x="4369225" y="1829062"/>
              <a:chExt cx="811086" cy="758496"/>
            </a:xfrm>
          </p:grpSpPr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660B6FBF-C3B9-28CE-2A16-CDDFB9EFCEA3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2" name="図 81">
                <a:extLst>
                  <a:ext uri="{FF2B5EF4-FFF2-40B4-BE49-F238E27FC236}">
                    <a16:creationId xmlns:a16="http://schemas.microsoft.com/office/drawing/2014/main" id="{8A915370-1EFB-D5B2-07A2-BEE9ABD20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7FD807AF-C2A0-786D-893C-DF1A3F24E3F0}"/>
                </a:ext>
              </a:extLst>
            </p:cNvPr>
            <p:cNvGrpSpPr/>
            <p:nvPr/>
          </p:nvGrpSpPr>
          <p:grpSpPr>
            <a:xfrm rot="6843358">
              <a:off x="4476723" y="3097616"/>
              <a:ext cx="1032981" cy="966003"/>
              <a:chOff x="4369225" y="1829062"/>
              <a:chExt cx="811086" cy="758496"/>
            </a:xfrm>
          </p:grpSpPr>
          <p:sp>
            <p:nvSpPr>
              <p:cNvPr id="79" name="正方形/長方形 78">
                <a:extLst>
                  <a:ext uri="{FF2B5EF4-FFF2-40B4-BE49-F238E27FC236}">
                    <a16:creationId xmlns:a16="http://schemas.microsoft.com/office/drawing/2014/main" id="{CD44DDEF-2080-50C4-3CAA-1FDEB8FFD1E9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0" name="図 79">
                <a:extLst>
                  <a:ext uri="{FF2B5EF4-FFF2-40B4-BE49-F238E27FC236}">
                    <a16:creationId xmlns:a16="http://schemas.microsoft.com/office/drawing/2014/main" id="{4E97638E-A539-4A37-2DA4-AAF20C50BC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40FBCDA9-1CFF-DAB5-CA6F-415CAE3FD512}"/>
              </a:ext>
            </a:extLst>
          </p:cNvPr>
          <p:cNvGrpSpPr/>
          <p:nvPr/>
        </p:nvGrpSpPr>
        <p:grpSpPr>
          <a:xfrm>
            <a:off x="5377623" y="2706317"/>
            <a:ext cx="3532569" cy="1517326"/>
            <a:chOff x="5377623" y="2706317"/>
            <a:chExt cx="3532569" cy="1517326"/>
          </a:xfrm>
        </p:grpSpPr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1F7B93D7-7D46-CF12-4AAE-C86378414D7C}"/>
                </a:ext>
              </a:extLst>
            </p:cNvPr>
            <p:cNvGrpSpPr/>
            <p:nvPr/>
          </p:nvGrpSpPr>
          <p:grpSpPr>
            <a:xfrm rot="3812523">
              <a:off x="5341637" y="2812301"/>
              <a:ext cx="1109998" cy="1038026"/>
              <a:chOff x="4369225" y="1829062"/>
              <a:chExt cx="811086" cy="758496"/>
            </a:xfrm>
          </p:grpSpPr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930ED28D-EF91-5C5E-441B-9B8F659B70A2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2" name="図 61">
                <a:extLst>
                  <a:ext uri="{FF2B5EF4-FFF2-40B4-BE49-F238E27FC236}">
                    <a16:creationId xmlns:a16="http://schemas.microsoft.com/office/drawing/2014/main" id="{7C298CA2-31EE-04E1-5660-B0B6A9D6D5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907DF980-D8AE-87AB-5F29-F78BD0B6EF31}"/>
                </a:ext>
              </a:extLst>
            </p:cNvPr>
            <p:cNvGrpSpPr/>
            <p:nvPr/>
          </p:nvGrpSpPr>
          <p:grpSpPr>
            <a:xfrm rot="3812523">
              <a:off x="5843338" y="3643108"/>
              <a:ext cx="599987" cy="561084"/>
              <a:chOff x="4369225" y="1829062"/>
              <a:chExt cx="811086" cy="758496"/>
            </a:xfrm>
          </p:grpSpPr>
          <p:sp>
            <p:nvSpPr>
              <p:cNvPr id="64" name="正方形/長方形 63">
                <a:extLst>
                  <a:ext uri="{FF2B5EF4-FFF2-40B4-BE49-F238E27FC236}">
                    <a16:creationId xmlns:a16="http://schemas.microsoft.com/office/drawing/2014/main" id="{AE3D9B43-7198-2FB0-9BED-BB82C2C8B047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65" name="図 64">
                <a:extLst>
                  <a:ext uri="{FF2B5EF4-FFF2-40B4-BE49-F238E27FC236}">
                    <a16:creationId xmlns:a16="http://schemas.microsoft.com/office/drawing/2014/main" id="{FAB7E073-EE39-252A-1BDA-9D0F20EEB8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7B43964D-DB9E-8185-2754-6BA226EDBD90}"/>
                </a:ext>
              </a:extLst>
            </p:cNvPr>
            <p:cNvGrpSpPr/>
            <p:nvPr/>
          </p:nvGrpSpPr>
          <p:grpSpPr>
            <a:xfrm rot="6843358">
              <a:off x="6474106" y="2951089"/>
              <a:ext cx="1032981" cy="966003"/>
              <a:chOff x="4369225" y="1829062"/>
              <a:chExt cx="811086" cy="758496"/>
            </a:xfrm>
          </p:grpSpPr>
          <p:sp>
            <p:nvSpPr>
              <p:cNvPr id="74" name="正方形/長方形 73">
                <a:extLst>
                  <a:ext uri="{FF2B5EF4-FFF2-40B4-BE49-F238E27FC236}">
                    <a16:creationId xmlns:a16="http://schemas.microsoft.com/office/drawing/2014/main" id="{2EDA0ED5-D0DA-A36C-1FE8-1C8BDF87F6D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5" name="図 74">
                <a:extLst>
                  <a:ext uri="{FF2B5EF4-FFF2-40B4-BE49-F238E27FC236}">
                    <a16:creationId xmlns:a16="http://schemas.microsoft.com/office/drawing/2014/main" id="{4F5EE34D-10DC-CAF1-B9F6-2028E6AF00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71" name="グループ化 70">
              <a:extLst>
                <a:ext uri="{FF2B5EF4-FFF2-40B4-BE49-F238E27FC236}">
                  <a16:creationId xmlns:a16="http://schemas.microsoft.com/office/drawing/2014/main" id="{12C4C392-C3E7-07C9-126C-F5FF13210D9D}"/>
                </a:ext>
              </a:extLst>
            </p:cNvPr>
            <p:cNvGrpSpPr/>
            <p:nvPr/>
          </p:nvGrpSpPr>
          <p:grpSpPr>
            <a:xfrm rot="6843358">
              <a:off x="7317885" y="2808480"/>
              <a:ext cx="849462" cy="794383"/>
              <a:chOff x="4369225" y="1829062"/>
              <a:chExt cx="811086" cy="758496"/>
            </a:xfrm>
          </p:grpSpPr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5C3A827F-B04B-8F89-C979-C307CA957E44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73" name="図 72">
                <a:extLst>
                  <a:ext uri="{FF2B5EF4-FFF2-40B4-BE49-F238E27FC236}">
                    <a16:creationId xmlns:a16="http://schemas.microsoft.com/office/drawing/2014/main" id="{50BA252C-A899-2D45-43F7-42B56D5E84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83" name="グループ化 82">
              <a:extLst>
                <a:ext uri="{FF2B5EF4-FFF2-40B4-BE49-F238E27FC236}">
                  <a16:creationId xmlns:a16="http://schemas.microsoft.com/office/drawing/2014/main" id="{FCAA1526-BA6B-2874-8A6B-6084285ED5DC}"/>
                </a:ext>
              </a:extLst>
            </p:cNvPr>
            <p:cNvGrpSpPr/>
            <p:nvPr/>
          </p:nvGrpSpPr>
          <p:grpSpPr>
            <a:xfrm rot="6843358">
              <a:off x="8265660" y="2727913"/>
              <a:ext cx="666127" cy="622936"/>
              <a:chOff x="4369225" y="1829062"/>
              <a:chExt cx="811086" cy="758496"/>
            </a:xfrm>
          </p:grpSpPr>
          <p:sp>
            <p:nvSpPr>
              <p:cNvPr id="84" name="正方形/長方形 83">
                <a:extLst>
                  <a:ext uri="{FF2B5EF4-FFF2-40B4-BE49-F238E27FC236}">
                    <a16:creationId xmlns:a16="http://schemas.microsoft.com/office/drawing/2014/main" id="{3C705466-461E-15C0-2EC0-5F56E7A66080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5" name="図 84">
                <a:extLst>
                  <a:ext uri="{FF2B5EF4-FFF2-40B4-BE49-F238E27FC236}">
                    <a16:creationId xmlns:a16="http://schemas.microsoft.com/office/drawing/2014/main" id="{2104E059-683E-CF72-DF3D-0833DF7A66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48B0DF00-F8A5-B802-5760-D00FBB3A37A0}"/>
                </a:ext>
              </a:extLst>
            </p:cNvPr>
            <p:cNvGrpSpPr/>
            <p:nvPr/>
          </p:nvGrpSpPr>
          <p:grpSpPr>
            <a:xfrm rot="14756642" flipV="1">
              <a:off x="7295862" y="3422381"/>
              <a:ext cx="666127" cy="622936"/>
              <a:chOff x="4369225" y="1829062"/>
              <a:chExt cx="811086" cy="758496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EC80DE5A-5DB9-C508-97FA-42D811B2479A}"/>
                  </a:ext>
                </a:extLst>
              </p:cNvPr>
              <p:cNvSpPr/>
              <p:nvPr/>
            </p:nvSpPr>
            <p:spPr>
              <a:xfrm>
                <a:off x="4369225" y="1829062"/>
                <a:ext cx="811086" cy="75849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88" name="図 87">
                <a:extLst>
                  <a:ext uri="{FF2B5EF4-FFF2-40B4-BE49-F238E27FC236}">
                    <a16:creationId xmlns:a16="http://schemas.microsoft.com/office/drawing/2014/main" id="{4928A435-D823-2052-A182-404289E6C5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95520" y="1829062"/>
                <a:ext cx="758496" cy="758496"/>
              </a:xfrm>
              <a:prstGeom prst="rect">
                <a:avLst/>
              </a:prstGeom>
            </p:spPr>
          </p:pic>
        </p:grpSp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8B3ABD06-3363-48DA-0F24-CA84CFC6888B}"/>
              </a:ext>
            </a:extLst>
          </p:cNvPr>
          <p:cNvGrpSpPr/>
          <p:nvPr/>
        </p:nvGrpSpPr>
        <p:grpSpPr>
          <a:xfrm>
            <a:off x="9897580" y="2298490"/>
            <a:ext cx="1928100" cy="2139183"/>
            <a:chOff x="9897580" y="2298490"/>
            <a:chExt cx="1928100" cy="2139183"/>
          </a:xfrm>
        </p:grpSpPr>
        <p:pic>
          <p:nvPicPr>
            <p:cNvPr id="90" name="図 89">
              <a:extLst>
                <a:ext uri="{FF2B5EF4-FFF2-40B4-BE49-F238E27FC236}">
                  <a16:creationId xmlns:a16="http://schemas.microsoft.com/office/drawing/2014/main" id="{F01D8811-4486-56BA-268E-D16E67BE5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430209">
              <a:off x="9987317" y="2298490"/>
              <a:ext cx="1838363" cy="1838363"/>
            </a:xfrm>
            <a:prstGeom prst="rect">
              <a:avLst/>
            </a:prstGeom>
          </p:spPr>
        </p:pic>
        <p:pic>
          <p:nvPicPr>
            <p:cNvPr id="92" name="図 91">
              <a:extLst>
                <a:ext uri="{FF2B5EF4-FFF2-40B4-BE49-F238E27FC236}">
                  <a16:creationId xmlns:a16="http://schemas.microsoft.com/office/drawing/2014/main" id="{7EFA8F11-A43F-4D4C-0084-C17DDBCCF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62790">
              <a:off x="9897580" y="3512944"/>
              <a:ext cx="924729" cy="924729"/>
            </a:xfrm>
            <a:prstGeom prst="rect">
              <a:avLst/>
            </a:prstGeom>
          </p:spPr>
        </p:pic>
      </p:grpSp>
      <p:pic>
        <p:nvPicPr>
          <p:cNvPr id="93" name="図 92">
            <a:extLst>
              <a:ext uri="{FF2B5EF4-FFF2-40B4-BE49-F238E27FC236}">
                <a16:creationId xmlns:a16="http://schemas.microsoft.com/office/drawing/2014/main" id="{32C0338C-36EA-C64F-E12F-32E0CD6C3F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62790">
            <a:off x="11252061" y="2458248"/>
            <a:ext cx="924729" cy="92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21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6A288-4DA7-A82F-E174-B5926942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8090A72-2ED6-5040-69E7-A76E555E7804}"/>
              </a:ext>
            </a:extLst>
          </p:cNvPr>
          <p:cNvSpPr/>
          <p:nvPr/>
        </p:nvSpPr>
        <p:spPr>
          <a:xfrm>
            <a:off x="5312229" y="2686073"/>
            <a:ext cx="1310929" cy="12259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572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885BD-906C-0973-432C-F3453C6A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D6F6764-3175-7320-277C-A34C0F3D9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3401000" y="2648751"/>
            <a:ext cx="5389999" cy="3920000"/>
          </a:xfrm>
          <a:prstGeom prst="rect">
            <a:avLst/>
          </a:prstGeom>
          <a:ln>
            <a:noFill/>
          </a:ln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ABF9AE61-B124-13F4-8E4E-06973ABFE051}"/>
              </a:ext>
            </a:extLst>
          </p:cNvPr>
          <p:cNvGrpSpPr/>
          <p:nvPr/>
        </p:nvGrpSpPr>
        <p:grpSpPr>
          <a:xfrm>
            <a:off x="-1835982" y="389059"/>
            <a:ext cx="14152692" cy="654264"/>
            <a:chOff x="-1835982" y="5716844"/>
            <a:chExt cx="14152692" cy="654264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551B0A5E-0D41-AE0A-599A-FA15F9880318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FFFA247E-06DB-7AD8-F6DE-CFF1B8BB7DE5}"/>
                  </a:ext>
                </a:extLst>
              </p:cNvPr>
              <p:cNvCxnSpPr>
                <a:cxnSpLocks/>
                <a:stCxn id="7" idx="6"/>
                <a:endCxn id="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2BC79A9D-9AAB-2DCE-0E8F-9056A340AB4A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楕円 7">
                <a:extLst>
                  <a:ext uri="{FF2B5EF4-FFF2-40B4-BE49-F238E27FC236}">
                    <a16:creationId xmlns:a16="http://schemas.microsoft.com/office/drawing/2014/main" id="{2F796773-E480-0145-E959-524D81058CE4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7BBF7136-72E6-CC74-5901-88B28EEEFB65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2EA4B7BF-4B6F-C54C-CA0B-2CD646E4DBBD}"/>
                  </a:ext>
                </a:extLst>
              </p:cNvPr>
              <p:cNvCxnSpPr>
                <a:cxnSpLocks/>
                <a:stCxn id="11" idx="6"/>
                <a:endCxn id="1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楕円 10">
                <a:extLst>
                  <a:ext uri="{FF2B5EF4-FFF2-40B4-BE49-F238E27FC236}">
                    <a16:creationId xmlns:a16="http://schemas.microsoft.com/office/drawing/2014/main" id="{1B0A4485-B8C9-3AA2-3E45-A977E23D3148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楕円 11">
                <a:extLst>
                  <a:ext uri="{FF2B5EF4-FFF2-40B4-BE49-F238E27FC236}">
                    <a16:creationId xmlns:a16="http://schemas.microsoft.com/office/drawing/2014/main" id="{29548FD2-1D56-0831-E76F-0D6D49A05AE6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E04B8E42-A030-20CA-C88C-8E391F860A96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560DAE1C-E330-1FCC-B4F1-850BD30DA7C7}"/>
                  </a:ext>
                </a:extLst>
              </p:cNvPr>
              <p:cNvCxnSpPr>
                <a:cxnSpLocks/>
                <a:stCxn id="15" idx="6"/>
                <a:endCxn id="1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楕円 14">
                <a:extLst>
                  <a:ext uri="{FF2B5EF4-FFF2-40B4-BE49-F238E27FC236}">
                    <a16:creationId xmlns:a16="http://schemas.microsoft.com/office/drawing/2014/main" id="{B8186304-24B4-0415-1B5D-7CAD7437B36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楕円 15">
                <a:extLst>
                  <a:ext uri="{FF2B5EF4-FFF2-40B4-BE49-F238E27FC236}">
                    <a16:creationId xmlns:a16="http://schemas.microsoft.com/office/drawing/2014/main" id="{55794655-5854-7BE4-89DC-EDB3CEE1C91C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00204A55-3507-997B-4F53-A6F26921B0E4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55B0F452-BC6D-8879-8727-20E6FC5F1676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7501ADB5-48EC-37B2-24E4-D2166E5FD00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楕円 19">
                <a:extLst>
                  <a:ext uri="{FF2B5EF4-FFF2-40B4-BE49-F238E27FC236}">
                    <a16:creationId xmlns:a16="http://schemas.microsoft.com/office/drawing/2014/main" id="{36645885-4716-CA0C-53B7-9981D376C6CE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EE9362B8-B996-215E-1DD4-90EA0AA7E14A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2FB33AF3-2E94-6325-4BEB-8F800B3BB400}"/>
                  </a:ext>
                </a:extLst>
              </p:cNvPr>
              <p:cNvCxnSpPr>
                <a:cxnSpLocks/>
                <a:stCxn id="23" idx="6"/>
                <a:endCxn id="24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楕円 22">
                <a:extLst>
                  <a:ext uri="{FF2B5EF4-FFF2-40B4-BE49-F238E27FC236}">
                    <a16:creationId xmlns:a16="http://schemas.microsoft.com/office/drawing/2014/main" id="{1F8AC3D7-ED94-9055-B9E4-AA5115B31335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楕円 23">
                <a:extLst>
                  <a:ext uri="{FF2B5EF4-FFF2-40B4-BE49-F238E27FC236}">
                    <a16:creationId xmlns:a16="http://schemas.microsoft.com/office/drawing/2014/main" id="{42B9BE2B-650B-C110-B889-77ECFA2CFB01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7C93381C-AD61-D6CA-A8DD-E47A3321CCA9}"/>
                </a:ext>
              </a:extLst>
            </p:cNvPr>
            <p:cNvCxnSpPr>
              <a:cxnSpLocks/>
              <a:stCxn id="35" idx="6"/>
              <a:endCxn id="26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266E9C41-1302-EC0B-D4D8-94B42D1032B2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2FB12BD4-E917-591A-BA8E-C4BD0E63FA23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2068CB53-39A7-774E-2B11-E64FDA190465}"/>
                  </a:ext>
                </a:extLst>
              </p:cNvPr>
              <p:cNvCxnSpPr>
                <a:cxnSpLocks/>
                <a:stCxn id="29" idx="6"/>
                <a:endCxn id="3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C2574D3F-8001-85AE-D9F7-52BF469A0C9E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F6A42F51-8909-0F61-A014-A8BD9539C340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05256625-3C1E-2894-18B6-05860FED442A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DF9FFFEE-31B4-E446-FE28-23B776A2CC3B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48FCF37C-D2E1-A798-F49A-549AC2E8EDA0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8A006E19-1987-4D62-DD6A-E2AB0E262F2C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37B086BB-F1F1-EB64-F01E-CF27C3715617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6562F6EB-4BBE-F0A3-F06E-71AEFA998F79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B6757171-19D6-EB2D-E572-2496335FEAA9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B71273BE-C2BE-7565-A660-ADC87029F7D4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9B422B76-C6EA-D7D0-D994-4D8EA645874F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FB8BA77D-17CE-1A03-8196-72D6F64C2CC8}"/>
              </a:ext>
            </a:extLst>
          </p:cNvPr>
          <p:cNvGrpSpPr/>
          <p:nvPr/>
        </p:nvGrpSpPr>
        <p:grpSpPr>
          <a:xfrm>
            <a:off x="2747875" y="1411836"/>
            <a:ext cx="6696251" cy="1219930"/>
            <a:chOff x="3610649" y="1411836"/>
            <a:chExt cx="6696251" cy="1219930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8647E0DC-2671-1780-CF92-8BF2BD4A8024}"/>
                </a:ext>
              </a:extLst>
            </p:cNvPr>
            <p:cNvGrpSpPr/>
            <p:nvPr/>
          </p:nvGrpSpPr>
          <p:grpSpPr>
            <a:xfrm>
              <a:off x="3610649" y="1411836"/>
              <a:ext cx="4970703" cy="1219930"/>
              <a:chOff x="3820296" y="1411836"/>
              <a:chExt cx="4970703" cy="1219930"/>
            </a:xfrm>
          </p:grpSpPr>
          <p:sp>
            <p:nvSpPr>
              <p:cNvPr id="45" name="四角形: 角を丸くする 44">
                <a:extLst>
                  <a:ext uri="{FF2B5EF4-FFF2-40B4-BE49-F238E27FC236}">
                    <a16:creationId xmlns:a16="http://schemas.microsoft.com/office/drawing/2014/main" id="{6A178CAC-D09D-D089-04B6-27715D54E9E2}"/>
                  </a:ext>
                </a:extLst>
              </p:cNvPr>
              <p:cNvSpPr/>
              <p:nvPr/>
            </p:nvSpPr>
            <p:spPr>
              <a:xfrm>
                <a:off x="3820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1" name="四角形: 角を丸くする 50">
                <a:extLst>
                  <a:ext uri="{FF2B5EF4-FFF2-40B4-BE49-F238E27FC236}">
                    <a16:creationId xmlns:a16="http://schemas.microsoft.com/office/drawing/2014/main" id="{9EF292C1-3D38-F61A-891A-ECC2D61384D5}"/>
                  </a:ext>
                </a:extLst>
              </p:cNvPr>
              <p:cNvSpPr/>
              <p:nvPr/>
            </p:nvSpPr>
            <p:spPr>
              <a:xfrm>
                <a:off x="5619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3" name="四角形: 角を丸くする 52">
                <a:extLst>
                  <a:ext uri="{FF2B5EF4-FFF2-40B4-BE49-F238E27FC236}">
                    <a16:creationId xmlns:a16="http://schemas.microsoft.com/office/drawing/2014/main" id="{F0BC74FC-CB47-B3DB-58A2-92E626892906}"/>
                  </a:ext>
                </a:extLst>
              </p:cNvPr>
              <p:cNvSpPr/>
              <p:nvPr/>
            </p:nvSpPr>
            <p:spPr>
              <a:xfrm>
                <a:off x="7418296" y="1411836"/>
                <a:ext cx="1372703" cy="121993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6" name="四角形: 角を丸くする 55">
              <a:extLst>
                <a:ext uri="{FF2B5EF4-FFF2-40B4-BE49-F238E27FC236}">
                  <a16:creationId xmlns:a16="http://schemas.microsoft.com/office/drawing/2014/main" id="{BBC01B2E-48E1-CFA5-61A5-A49937FC7DDE}"/>
                </a:ext>
              </a:extLst>
            </p:cNvPr>
            <p:cNvSpPr/>
            <p:nvPr/>
          </p:nvSpPr>
          <p:spPr>
            <a:xfrm>
              <a:off x="8934197" y="1411836"/>
              <a:ext cx="1372703" cy="121993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8" name="図 57">
              <a:extLst>
                <a:ext uri="{FF2B5EF4-FFF2-40B4-BE49-F238E27FC236}">
                  <a16:creationId xmlns:a16="http://schemas.microsoft.com/office/drawing/2014/main" id="{ED8C9B6E-F012-51B5-7E07-CC7ADF456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72" t="33741" r="12865" b="28706"/>
            <a:stretch>
              <a:fillRect/>
            </a:stretch>
          </p:blipFill>
          <p:spPr>
            <a:xfrm>
              <a:off x="9130189" y="1486045"/>
              <a:ext cx="980717" cy="757494"/>
            </a:xfrm>
            <a:prstGeom prst="rect">
              <a:avLst/>
            </a:prstGeom>
          </p:spPr>
        </p:pic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D759CF8C-70A5-1DA9-79BB-33DAE8A567E9}"/>
                </a:ext>
              </a:extLst>
            </p:cNvPr>
            <p:cNvSpPr txBox="1"/>
            <p:nvPr/>
          </p:nvSpPr>
          <p:spPr>
            <a:xfrm flipH="1">
              <a:off x="9190602" y="2183010"/>
              <a:ext cx="877163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開ける</a:t>
              </a:r>
              <a:endParaRPr kumimoji="1" lang="ja-JP" altLang="en-US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4495FC6D-9A09-3A69-D23B-F94D6AC1C98C}"/>
              </a:ext>
            </a:extLst>
          </p:cNvPr>
          <p:cNvSpPr/>
          <p:nvPr/>
        </p:nvSpPr>
        <p:spPr>
          <a:xfrm>
            <a:off x="2321768" y="444373"/>
            <a:ext cx="7548465" cy="554003"/>
          </a:xfrm>
          <a:prstGeom prst="roundRect">
            <a:avLst>
              <a:gd name="adj" fmla="val 36553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F1B85D23-60EC-9229-C4E7-D5FC939DCD05}"/>
              </a:ext>
            </a:extLst>
          </p:cNvPr>
          <p:cNvSpPr/>
          <p:nvPr/>
        </p:nvSpPr>
        <p:spPr>
          <a:xfrm>
            <a:off x="2321767" y="444373"/>
            <a:ext cx="2800739" cy="554003"/>
          </a:xfrm>
          <a:prstGeom prst="roundRect">
            <a:avLst>
              <a:gd name="adj" fmla="val 36553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5CD1D9E3-53B5-DCE9-4F8B-04A206CD043A}"/>
              </a:ext>
            </a:extLst>
          </p:cNvPr>
          <p:cNvSpPr/>
          <p:nvPr/>
        </p:nvSpPr>
        <p:spPr>
          <a:xfrm>
            <a:off x="7069493" y="444372"/>
            <a:ext cx="2800739" cy="554003"/>
          </a:xfrm>
          <a:prstGeom prst="roundRect">
            <a:avLst>
              <a:gd name="adj" fmla="val 365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476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5C935-81C9-6DDD-66FD-3331DAE7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1E3DBBB-86AE-65BB-7393-474F1C690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3401000" y="2770054"/>
            <a:ext cx="5389999" cy="3920000"/>
          </a:xfrm>
          <a:prstGeom prst="rect">
            <a:avLst/>
          </a:prstGeom>
          <a:ln>
            <a:noFill/>
          </a:ln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25980211-74F1-741F-40E0-268625D60AFE}"/>
              </a:ext>
            </a:extLst>
          </p:cNvPr>
          <p:cNvGrpSpPr/>
          <p:nvPr/>
        </p:nvGrpSpPr>
        <p:grpSpPr>
          <a:xfrm>
            <a:off x="-1835982" y="370397"/>
            <a:ext cx="14152692" cy="654264"/>
            <a:chOff x="-1835982" y="5716844"/>
            <a:chExt cx="14152692" cy="654264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7FBB5D4D-7241-E70D-8D4E-163B903F1A77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8571EA41-FDA6-F21F-EBD0-670F6032D1A3}"/>
                  </a:ext>
                </a:extLst>
              </p:cNvPr>
              <p:cNvCxnSpPr>
                <a:cxnSpLocks/>
                <a:stCxn id="7" idx="6"/>
                <a:endCxn id="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061B14FA-1B33-FA16-7421-176A4131840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楕円 7">
                <a:extLst>
                  <a:ext uri="{FF2B5EF4-FFF2-40B4-BE49-F238E27FC236}">
                    <a16:creationId xmlns:a16="http://schemas.microsoft.com/office/drawing/2014/main" id="{21CBD00E-2E51-1777-F225-57C06C6462D0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707482DA-0AF4-AF55-9533-26F417A79FFD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21790C7D-5054-5794-0D5C-2AE2606AA320}"/>
                  </a:ext>
                </a:extLst>
              </p:cNvPr>
              <p:cNvCxnSpPr>
                <a:cxnSpLocks/>
                <a:stCxn id="11" idx="6"/>
                <a:endCxn id="1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楕円 10">
                <a:extLst>
                  <a:ext uri="{FF2B5EF4-FFF2-40B4-BE49-F238E27FC236}">
                    <a16:creationId xmlns:a16="http://schemas.microsoft.com/office/drawing/2014/main" id="{94C42429-DD65-FD1A-7804-72F9CF33A23B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楕円 11">
                <a:extLst>
                  <a:ext uri="{FF2B5EF4-FFF2-40B4-BE49-F238E27FC236}">
                    <a16:creationId xmlns:a16="http://schemas.microsoft.com/office/drawing/2014/main" id="{8FB525B0-052A-7576-ED2C-30E0ED100DBA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ECE7AFAD-088C-40B3-3FC1-ABB1CAC588FF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36D56A00-736E-67BA-BF42-3E3375724073}"/>
                  </a:ext>
                </a:extLst>
              </p:cNvPr>
              <p:cNvCxnSpPr>
                <a:cxnSpLocks/>
                <a:stCxn id="15" idx="6"/>
                <a:endCxn id="1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楕円 14">
                <a:extLst>
                  <a:ext uri="{FF2B5EF4-FFF2-40B4-BE49-F238E27FC236}">
                    <a16:creationId xmlns:a16="http://schemas.microsoft.com/office/drawing/2014/main" id="{AAC2E317-2350-E21A-640A-B5846420CAA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楕円 15">
                <a:extLst>
                  <a:ext uri="{FF2B5EF4-FFF2-40B4-BE49-F238E27FC236}">
                    <a16:creationId xmlns:a16="http://schemas.microsoft.com/office/drawing/2014/main" id="{5D9C97D7-9C7B-C650-DC98-6C85025DBE8D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7D2CEF46-1E02-D8E8-95A0-1DDC1937F6CD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0E5946E8-09A6-C147-9B9A-9DE65F1DED8B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0875B8B4-C6B0-C826-37BB-341A6D5A94E2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楕円 19">
                <a:extLst>
                  <a:ext uri="{FF2B5EF4-FFF2-40B4-BE49-F238E27FC236}">
                    <a16:creationId xmlns:a16="http://schemas.microsoft.com/office/drawing/2014/main" id="{E57CF29B-573A-7D90-D05D-7E69AF090B94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AE10F601-037F-BC94-5667-E5096B3179EF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0DBA901E-0E77-4C30-1E2E-FE3C784774A7}"/>
                  </a:ext>
                </a:extLst>
              </p:cNvPr>
              <p:cNvCxnSpPr>
                <a:cxnSpLocks/>
                <a:stCxn id="23" idx="6"/>
                <a:endCxn id="24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楕円 22">
                <a:extLst>
                  <a:ext uri="{FF2B5EF4-FFF2-40B4-BE49-F238E27FC236}">
                    <a16:creationId xmlns:a16="http://schemas.microsoft.com/office/drawing/2014/main" id="{DD02E4FF-307C-9B4B-81E0-BD727EF0745A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楕円 23">
                <a:extLst>
                  <a:ext uri="{FF2B5EF4-FFF2-40B4-BE49-F238E27FC236}">
                    <a16:creationId xmlns:a16="http://schemas.microsoft.com/office/drawing/2014/main" id="{F9B7061A-E79F-C20F-EFE7-5B179F0B8CA0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F4147B5B-989F-A1BA-143C-E407AE8B17DE}"/>
                </a:ext>
              </a:extLst>
            </p:cNvPr>
            <p:cNvCxnSpPr>
              <a:cxnSpLocks/>
              <a:stCxn id="35" idx="6"/>
              <a:endCxn id="26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D0D9F859-9FB4-1169-BBB5-654E8D11CC0F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271920D7-1663-8260-0BC8-BB854F3257D9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D8B1BC6-B3EC-62D9-3FB9-7F753A159AB8}"/>
                  </a:ext>
                </a:extLst>
              </p:cNvPr>
              <p:cNvCxnSpPr>
                <a:cxnSpLocks/>
                <a:stCxn id="29" idx="6"/>
                <a:endCxn id="3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29CD00EC-D6E2-4222-35FB-531415B049B8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9367362B-F867-7F79-BA59-3C19541832D8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940ED59D-D473-AC5B-BC25-CF5347135031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1F917269-5916-507A-8A1B-4B179B1553E8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8624C65A-77C4-F205-4527-EA7C77A20E90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EBF06B8A-0E13-E0BF-5E65-D797F5650B1A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1BEF239E-3E44-7391-3CD9-3ADA7A7338CF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E6B77322-64E6-E56F-22F1-BDA61A12B363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25C2686-0353-163E-3F09-C4BC3534F049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0EAF781E-B0EF-CA8B-A332-570E67DC373F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14B9E32-1887-7721-5A5B-68A6A2EEB37F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D8849D03-33B6-7B9F-AD39-33E5BFA29E3A}"/>
              </a:ext>
            </a:extLst>
          </p:cNvPr>
          <p:cNvGrpSpPr/>
          <p:nvPr/>
        </p:nvGrpSpPr>
        <p:grpSpPr>
          <a:xfrm>
            <a:off x="2747875" y="1486484"/>
            <a:ext cx="6696251" cy="1219930"/>
            <a:chOff x="3610649" y="1411836"/>
            <a:chExt cx="6696251" cy="1219930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AEFA0A29-F6D0-3858-F1FB-05759C09D15B}"/>
                </a:ext>
              </a:extLst>
            </p:cNvPr>
            <p:cNvGrpSpPr/>
            <p:nvPr/>
          </p:nvGrpSpPr>
          <p:grpSpPr>
            <a:xfrm>
              <a:off x="3610649" y="1411836"/>
              <a:ext cx="4970703" cy="1219930"/>
              <a:chOff x="3820296" y="1411836"/>
              <a:chExt cx="4970703" cy="1219930"/>
            </a:xfrm>
          </p:grpSpPr>
          <p:sp>
            <p:nvSpPr>
              <p:cNvPr id="45" name="四角形: 角を丸くする 44">
                <a:extLst>
                  <a:ext uri="{FF2B5EF4-FFF2-40B4-BE49-F238E27FC236}">
                    <a16:creationId xmlns:a16="http://schemas.microsoft.com/office/drawing/2014/main" id="{19CA4F27-312E-C39D-C03E-3454C0991792}"/>
                  </a:ext>
                </a:extLst>
              </p:cNvPr>
              <p:cNvSpPr/>
              <p:nvPr/>
            </p:nvSpPr>
            <p:spPr>
              <a:xfrm>
                <a:off x="3820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1" name="四角形: 角を丸くする 50">
                <a:extLst>
                  <a:ext uri="{FF2B5EF4-FFF2-40B4-BE49-F238E27FC236}">
                    <a16:creationId xmlns:a16="http://schemas.microsoft.com/office/drawing/2014/main" id="{63E5C2B6-B986-5AD0-18C9-EBDC7BC63CD9}"/>
                  </a:ext>
                </a:extLst>
              </p:cNvPr>
              <p:cNvSpPr/>
              <p:nvPr/>
            </p:nvSpPr>
            <p:spPr>
              <a:xfrm>
                <a:off x="5619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3" name="四角形: 角を丸くする 52">
                <a:extLst>
                  <a:ext uri="{FF2B5EF4-FFF2-40B4-BE49-F238E27FC236}">
                    <a16:creationId xmlns:a16="http://schemas.microsoft.com/office/drawing/2014/main" id="{BB860245-F4AF-066C-4B03-A5B3EA31921F}"/>
                  </a:ext>
                </a:extLst>
              </p:cNvPr>
              <p:cNvSpPr/>
              <p:nvPr/>
            </p:nvSpPr>
            <p:spPr>
              <a:xfrm>
                <a:off x="7418296" y="1411836"/>
                <a:ext cx="1372703" cy="121993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6" name="四角形: 角を丸くする 55">
              <a:extLst>
                <a:ext uri="{FF2B5EF4-FFF2-40B4-BE49-F238E27FC236}">
                  <a16:creationId xmlns:a16="http://schemas.microsoft.com/office/drawing/2014/main" id="{14F32E26-3C5B-0F4A-0290-792BB24CF78F}"/>
                </a:ext>
              </a:extLst>
            </p:cNvPr>
            <p:cNvSpPr/>
            <p:nvPr/>
          </p:nvSpPr>
          <p:spPr>
            <a:xfrm>
              <a:off x="8934197" y="1411836"/>
              <a:ext cx="1372703" cy="121993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8" name="図 57">
              <a:extLst>
                <a:ext uri="{FF2B5EF4-FFF2-40B4-BE49-F238E27FC236}">
                  <a16:creationId xmlns:a16="http://schemas.microsoft.com/office/drawing/2014/main" id="{C5AA73C9-B074-D305-FC24-6B1574A9B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72" t="33741" r="12865" b="28706"/>
            <a:stretch>
              <a:fillRect/>
            </a:stretch>
          </p:blipFill>
          <p:spPr>
            <a:xfrm>
              <a:off x="9130189" y="1486045"/>
              <a:ext cx="980717" cy="757494"/>
            </a:xfrm>
            <a:prstGeom prst="rect">
              <a:avLst/>
            </a:prstGeom>
          </p:spPr>
        </p:pic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2D05FC1B-73C4-D581-E9D0-9A316A1BB47F}"/>
                </a:ext>
              </a:extLst>
            </p:cNvPr>
            <p:cNvSpPr txBox="1"/>
            <p:nvPr/>
          </p:nvSpPr>
          <p:spPr>
            <a:xfrm flipH="1">
              <a:off x="9190602" y="2183010"/>
              <a:ext cx="877163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開ける</a:t>
              </a:r>
              <a:endParaRPr kumimoji="1" lang="ja-JP" altLang="en-US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29200CC9-61EB-CDD6-8E6E-FEB47D84E8B2}"/>
              </a:ext>
            </a:extLst>
          </p:cNvPr>
          <p:cNvGrpSpPr/>
          <p:nvPr/>
        </p:nvGrpSpPr>
        <p:grpSpPr>
          <a:xfrm>
            <a:off x="4737534" y="1619029"/>
            <a:ext cx="954139" cy="954139"/>
            <a:chOff x="1975681" y="3937390"/>
            <a:chExt cx="1007961" cy="100796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DB755D4-F213-D920-533D-F182BA57FCBB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851C111E-AEBB-565D-77DA-9F3ECAD00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8229E860-A8A4-C136-2A03-E9CD1E8B8293}"/>
              </a:ext>
            </a:extLst>
          </p:cNvPr>
          <p:cNvSpPr/>
          <p:nvPr/>
        </p:nvSpPr>
        <p:spPr>
          <a:xfrm>
            <a:off x="9737051" y="3428999"/>
            <a:ext cx="1372703" cy="913381"/>
          </a:xfrm>
          <a:prstGeom prst="roundRect">
            <a:avLst>
              <a:gd name="adj" fmla="val 36553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901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D4FC9-7614-E309-D325-8AB94E3F7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4DE7796-7046-259E-F43D-86B5734EF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4735277" y="1846318"/>
            <a:ext cx="2721445" cy="1979233"/>
          </a:xfrm>
          <a:prstGeom prst="rect">
            <a:avLst/>
          </a:prstGeom>
          <a:ln>
            <a:noFill/>
          </a:ln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88A1E53-C1FB-B0F0-3546-2B1580C04BFE}"/>
              </a:ext>
            </a:extLst>
          </p:cNvPr>
          <p:cNvGrpSpPr/>
          <p:nvPr/>
        </p:nvGrpSpPr>
        <p:grpSpPr>
          <a:xfrm>
            <a:off x="-1835982" y="510362"/>
            <a:ext cx="14152692" cy="654264"/>
            <a:chOff x="-1835982" y="5716844"/>
            <a:chExt cx="14152692" cy="654264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FEFC4550-ED3E-4C45-FACC-44B2822069CE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E17EF46C-DD68-FED6-D72F-7F06A064021C}"/>
                  </a:ext>
                </a:extLst>
              </p:cNvPr>
              <p:cNvCxnSpPr>
                <a:cxnSpLocks/>
                <a:stCxn id="40" idx="6"/>
                <a:endCxn id="41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楕円 39">
                <a:extLst>
                  <a:ext uri="{FF2B5EF4-FFF2-40B4-BE49-F238E27FC236}">
                    <a16:creationId xmlns:a16="http://schemas.microsoft.com/office/drawing/2014/main" id="{8EBCF136-7E09-E064-5D89-54CC4B40C38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1" name="楕円 40">
                <a:extLst>
                  <a:ext uri="{FF2B5EF4-FFF2-40B4-BE49-F238E27FC236}">
                    <a16:creationId xmlns:a16="http://schemas.microsoft.com/office/drawing/2014/main" id="{2F461191-1301-0AD9-29F9-0D8EDADDA82E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F4DD71A8-6669-3AD1-76E7-9F74B553A0A8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49088D5C-FFE9-71F4-E27A-82D6FB4DEE63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楕円 36">
                <a:extLst>
                  <a:ext uri="{FF2B5EF4-FFF2-40B4-BE49-F238E27FC236}">
                    <a16:creationId xmlns:a16="http://schemas.microsoft.com/office/drawing/2014/main" id="{936753B4-057D-5A0B-4FB9-AFCC1778A65D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8" name="楕円 37">
                <a:extLst>
                  <a:ext uri="{FF2B5EF4-FFF2-40B4-BE49-F238E27FC236}">
                    <a16:creationId xmlns:a16="http://schemas.microsoft.com/office/drawing/2014/main" id="{45EF3EFA-FD22-DB8D-57B3-A3E1553FED72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EED605A3-918C-9E17-5BF1-0DF6F3F70B0B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631D7DC9-A43D-F6D0-5CEA-B2E32DB70FF5}"/>
                  </a:ext>
                </a:extLst>
              </p:cNvPr>
              <p:cNvCxnSpPr>
                <a:cxnSpLocks/>
                <a:stCxn id="34" idx="6"/>
                <a:endCxn id="35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楕円 33">
                <a:extLst>
                  <a:ext uri="{FF2B5EF4-FFF2-40B4-BE49-F238E27FC236}">
                    <a16:creationId xmlns:a16="http://schemas.microsoft.com/office/drawing/2014/main" id="{9F2AC841-5090-3045-50CD-BF80B150CE76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112B14BB-42DA-E054-1902-541537549F6B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5485BFC2-5525-2654-C98F-8AFF7D390A53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0" name="直線コネクタ 29">
                <a:extLst>
                  <a:ext uri="{FF2B5EF4-FFF2-40B4-BE49-F238E27FC236}">
                    <a16:creationId xmlns:a16="http://schemas.microsoft.com/office/drawing/2014/main" id="{0E4933C3-78EE-739F-5626-E4A7D17CB742}"/>
                  </a:ext>
                </a:extLst>
              </p:cNvPr>
              <p:cNvCxnSpPr>
                <a:cxnSpLocks/>
                <a:stCxn id="31" idx="6"/>
                <a:endCxn id="3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楕円 30">
                <a:extLst>
                  <a:ext uri="{FF2B5EF4-FFF2-40B4-BE49-F238E27FC236}">
                    <a16:creationId xmlns:a16="http://schemas.microsoft.com/office/drawing/2014/main" id="{10BE6AA3-FFEE-2CC6-43C8-A62BA3E83141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楕円 31">
                <a:extLst>
                  <a:ext uri="{FF2B5EF4-FFF2-40B4-BE49-F238E27FC236}">
                    <a16:creationId xmlns:a16="http://schemas.microsoft.com/office/drawing/2014/main" id="{F4901ACB-F55E-6C65-7468-0C929D2C5D9E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39362DD8-A27B-7232-4F1C-9FC8D677FF8B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8487E0E0-66C3-109B-A21C-A826FB8D702F}"/>
                  </a:ext>
                </a:extLst>
              </p:cNvPr>
              <p:cNvCxnSpPr>
                <a:cxnSpLocks/>
                <a:stCxn id="28" idx="6"/>
                <a:endCxn id="29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F6348D13-F401-DC37-8267-128C3A81279C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265081FF-D7BD-74BE-D2EF-931A8BA016E4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FDF93071-A3F0-E4BC-DA80-6997E542083F}"/>
                </a:ext>
              </a:extLst>
            </p:cNvPr>
            <p:cNvCxnSpPr>
              <a:cxnSpLocks/>
              <a:stCxn id="22" idx="6"/>
              <a:endCxn id="13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22BB3E07-B611-5015-E8A7-A2899BE5F540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FD62347-F6D8-5B78-C724-DF4C498749FD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483ABE69-61C8-0F2B-FC38-505A71D550DA}"/>
                  </a:ext>
                </a:extLst>
              </p:cNvPr>
              <p:cNvCxnSpPr>
                <a:cxnSpLocks/>
                <a:stCxn id="25" idx="6"/>
                <a:endCxn id="2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4B5A6D18-4F36-7BD7-0A27-AAE36AF2686D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楕円 25">
                <a:extLst>
                  <a:ext uri="{FF2B5EF4-FFF2-40B4-BE49-F238E27FC236}">
                    <a16:creationId xmlns:a16="http://schemas.microsoft.com/office/drawing/2014/main" id="{FC780E62-F54C-AA21-0475-DA567080FB7C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3A6B4B2-401F-AD71-8990-43C18B84F3B3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7F8154E7-3B05-74DA-DDD7-126F2BB85049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1987C91F-DF9A-C0DC-5290-2D001DFCA661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715DBB46-E0E7-B93C-7FCC-608ADA3693DA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B29A7F27-35A5-55D1-B4AD-7CC4F5BE87FF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756B62EE-FF13-6637-314B-3B1BD30BCC90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4AC6B45-453E-DA64-A7BD-274090AAEFBD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B3E6FE99-4F07-F74F-24A9-7C1700F52D12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85705418-5DF4-80DA-5797-A3F437E57B71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pic>
        <p:nvPicPr>
          <p:cNvPr id="42" name="図 41">
            <a:extLst>
              <a:ext uri="{FF2B5EF4-FFF2-40B4-BE49-F238E27FC236}">
                <a16:creationId xmlns:a16="http://schemas.microsoft.com/office/drawing/2014/main" id="{89B181D7-B888-B106-0510-F25769B9BD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2101855" y="3668897"/>
            <a:ext cx="2721445" cy="1979233"/>
          </a:xfrm>
          <a:prstGeom prst="rect">
            <a:avLst/>
          </a:prstGeom>
          <a:ln>
            <a:noFill/>
          </a:ln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AD3F547B-F117-5420-8935-84996007D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7368702" y="3270379"/>
            <a:ext cx="2721445" cy="1979233"/>
          </a:xfrm>
          <a:prstGeom prst="rect">
            <a:avLst/>
          </a:prstGeom>
          <a:ln>
            <a:noFill/>
          </a:ln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84939C96-35DC-0C6B-73AD-DAC684B9D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946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B1F08-1518-B74B-1675-BE8C186D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B57E957-185B-1C6A-E0C5-EA85D31C4E9E}"/>
              </a:ext>
            </a:extLst>
          </p:cNvPr>
          <p:cNvGrpSpPr/>
          <p:nvPr/>
        </p:nvGrpSpPr>
        <p:grpSpPr>
          <a:xfrm>
            <a:off x="-1835982" y="510362"/>
            <a:ext cx="14152692" cy="654264"/>
            <a:chOff x="-1835982" y="5716844"/>
            <a:chExt cx="14152692" cy="654264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83B8EE5F-D1D3-B6C8-B89A-A6446F670838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68E8FDFD-39EF-DFA6-8FCD-E4D9747D1F99}"/>
                  </a:ext>
                </a:extLst>
              </p:cNvPr>
              <p:cNvCxnSpPr>
                <a:cxnSpLocks/>
                <a:stCxn id="40" idx="6"/>
                <a:endCxn id="41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楕円 39">
                <a:extLst>
                  <a:ext uri="{FF2B5EF4-FFF2-40B4-BE49-F238E27FC236}">
                    <a16:creationId xmlns:a16="http://schemas.microsoft.com/office/drawing/2014/main" id="{684069D8-5400-A2CA-FE8B-582445C4396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1" name="楕円 40">
                <a:extLst>
                  <a:ext uri="{FF2B5EF4-FFF2-40B4-BE49-F238E27FC236}">
                    <a16:creationId xmlns:a16="http://schemas.microsoft.com/office/drawing/2014/main" id="{C77F8DBF-E4C5-1030-9661-35DC18A56B02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786E8551-0748-0084-54E4-909CC3CF85B4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8136FC76-E155-1799-55C8-01B4BDAC11A4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楕円 36">
                <a:extLst>
                  <a:ext uri="{FF2B5EF4-FFF2-40B4-BE49-F238E27FC236}">
                    <a16:creationId xmlns:a16="http://schemas.microsoft.com/office/drawing/2014/main" id="{C71ED055-8DF4-76B9-19A7-B190F7100F8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8" name="楕円 37">
                <a:extLst>
                  <a:ext uri="{FF2B5EF4-FFF2-40B4-BE49-F238E27FC236}">
                    <a16:creationId xmlns:a16="http://schemas.microsoft.com/office/drawing/2014/main" id="{36908280-3FBB-CEE2-9454-A65B6D06358B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B8DE4190-0FA7-64AA-887A-2F4F81AD1770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30EDA98B-21F5-2D4C-BC1B-0BC79C85D961}"/>
                  </a:ext>
                </a:extLst>
              </p:cNvPr>
              <p:cNvCxnSpPr>
                <a:cxnSpLocks/>
                <a:stCxn id="34" idx="6"/>
                <a:endCxn id="35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楕円 33">
                <a:extLst>
                  <a:ext uri="{FF2B5EF4-FFF2-40B4-BE49-F238E27FC236}">
                    <a16:creationId xmlns:a16="http://schemas.microsoft.com/office/drawing/2014/main" id="{CB867CC5-6C85-ECB4-65EB-52902B1D7067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D2232928-3A35-68BF-2868-79A03C5E84B6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9FBA63A9-0065-4DAD-7A40-440BB47493D9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0" name="直線コネクタ 29">
                <a:extLst>
                  <a:ext uri="{FF2B5EF4-FFF2-40B4-BE49-F238E27FC236}">
                    <a16:creationId xmlns:a16="http://schemas.microsoft.com/office/drawing/2014/main" id="{28458D13-2233-A3AD-B8FE-D2D4A609E79F}"/>
                  </a:ext>
                </a:extLst>
              </p:cNvPr>
              <p:cNvCxnSpPr>
                <a:cxnSpLocks/>
                <a:stCxn id="31" idx="6"/>
                <a:endCxn id="3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楕円 30">
                <a:extLst>
                  <a:ext uri="{FF2B5EF4-FFF2-40B4-BE49-F238E27FC236}">
                    <a16:creationId xmlns:a16="http://schemas.microsoft.com/office/drawing/2014/main" id="{F3259DF3-40A3-4E1F-A8B6-2B8F16F5242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楕円 31">
                <a:extLst>
                  <a:ext uri="{FF2B5EF4-FFF2-40B4-BE49-F238E27FC236}">
                    <a16:creationId xmlns:a16="http://schemas.microsoft.com/office/drawing/2014/main" id="{4DC4D633-B3C7-7FD9-A8BC-08D89B10C201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5F4AAF66-9EB3-2F1F-A8C7-18E0A894FDF4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6E8ED05E-0CEE-90E9-8FE8-0E5A7C59F641}"/>
                  </a:ext>
                </a:extLst>
              </p:cNvPr>
              <p:cNvCxnSpPr>
                <a:cxnSpLocks/>
                <a:stCxn id="28" idx="6"/>
                <a:endCxn id="29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116A4576-7DED-4FB7-59A5-9DC6F468FD90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5DF6E8DF-0D93-A358-BAA8-FF64F91C9579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7A86D278-1317-7EDA-44EC-C30872864199}"/>
                </a:ext>
              </a:extLst>
            </p:cNvPr>
            <p:cNvCxnSpPr>
              <a:cxnSpLocks/>
              <a:stCxn id="22" idx="6"/>
              <a:endCxn id="13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DF50C3C-834B-D912-542E-358AC6425EB1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41F7434D-88CC-551C-5194-15DFF0C306AD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65AEE7D8-BC13-FFDE-D9A0-3492BA21F062}"/>
                  </a:ext>
                </a:extLst>
              </p:cNvPr>
              <p:cNvCxnSpPr>
                <a:cxnSpLocks/>
                <a:stCxn id="25" idx="6"/>
                <a:endCxn id="2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0FAD7096-834C-F867-4B1C-E7DD178AE28E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楕円 25">
                <a:extLst>
                  <a:ext uri="{FF2B5EF4-FFF2-40B4-BE49-F238E27FC236}">
                    <a16:creationId xmlns:a16="http://schemas.microsoft.com/office/drawing/2014/main" id="{B5B395C5-F9D2-CDAD-DED1-6E827AAE078C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63C1100-7B2E-20B3-27CB-A15A4B393EFD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0C67108A-D928-2A5F-9E98-8AA3138231BD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02C84594-295C-B8A5-6075-2C7405FCDEFD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339B00EC-CA74-5C55-2F46-5590F61ED2FA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ABC16A36-58AA-FE03-64A8-DCE8BD34BB3B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7E7513F-AB1B-A5EC-56EF-52387AB63451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B44B067-CCD0-53FD-DD8F-D2807BA14C01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83969E56-E6F1-F67A-A692-8716560417D2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62D4805C-02A4-CEA1-0E43-E73497BCDBB6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pic>
        <p:nvPicPr>
          <p:cNvPr id="3" name="図 2">
            <a:extLst>
              <a:ext uri="{FF2B5EF4-FFF2-40B4-BE49-F238E27FC236}">
                <a16:creationId xmlns:a16="http://schemas.microsoft.com/office/drawing/2014/main" id="{BA95BE05-EF29-5D30-D9B1-8897AB528E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7" t="33877" r="50000" b="28571"/>
          <a:stretch>
            <a:fillRect/>
          </a:stretch>
        </p:blipFill>
        <p:spPr>
          <a:xfrm>
            <a:off x="1804739" y="3608487"/>
            <a:ext cx="3334139" cy="2575249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D5B63A3C-4820-DAEC-B4A3-DCB2C0797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7" t="33877" r="50000" b="28571"/>
          <a:stretch>
            <a:fillRect/>
          </a:stretch>
        </p:blipFill>
        <p:spPr>
          <a:xfrm>
            <a:off x="4428930" y="1596003"/>
            <a:ext cx="3334139" cy="257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04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D4517-7C97-6B4B-E738-2EA59C57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9DA34D-9997-95C8-CE3C-1CC469DC8ABD}"/>
              </a:ext>
            </a:extLst>
          </p:cNvPr>
          <p:cNvSpPr txBox="1"/>
          <p:nvPr/>
        </p:nvSpPr>
        <p:spPr>
          <a:xfrm>
            <a:off x="463689" y="1905506"/>
            <a:ext cx="1126462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ハコにものを詰めて</a:t>
            </a:r>
            <a:br>
              <a:rPr kumimoji="1"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観察</a:t>
            </a: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するゲーム</a:t>
            </a:r>
          </a:p>
        </p:txBody>
      </p:sp>
    </p:spTree>
    <p:extLst>
      <p:ext uri="{BB962C8B-B14F-4D97-AF65-F5344CB8AC3E}">
        <p14:creationId xmlns:p14="http://schemas.microsoft.com/office/powerpoint/2010/main" val="3506091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00000"/>
      </a:accent1>
      <a:accent2>
        <a:srgbClr val="FFC000"/>
      </a:accent2>
      <a:accent3>
        <a:srgbClr val="00B050"/>
      </a:accent3>
      <a:accent4>
        <a:srgbClr val="00B0F0"/>
      </a:accent4>
      <a:accent5>
        <a:srgbClr val="0070C0"/>
      </a:accent5>
      <a:accent6>
        <a:srgbClr val="7030A0"/>
      </a:accent6>
      <a:hlink>
        <a:srgbClr val="92D050"/>
      </a:hlink>
      <a:folHlink>
        <a:srgbClr val="002060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6753</TotalTime>
  <Words>182</Words>
  <Application>Microsoft Office PowerPoint</Application>
  <PresentationFormat>ワイド画面</PresentationFormat>
  <Paragraphs>122</Paragraphs>
  <Slides>36</Slides>
  <Notes>25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5" baseType="lpstr">
      <vt:lpstr>07焔極太明朝</vt:lpstr>
      <vt:lpstr>クラフト明朝</vt:lpstr>
      <vt:lpstr>原稿用標準書体</vt:lpstr>
      <vt:lpstr>装甲明朝</vt:lpstr>
      <vt:lpstr>游ゴシック</vt:lpstr>
      <vt:lpstr>游ゴシック Light</vt:lpstr>
      <vt:lpstr>Arial</vt:lpstr>
      <vt:lpstr>KaitouYokokuGothic Heavy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 player</dc:creator>
  <cp:lastModifiedBy>13 player</cp:lastModifiedBy>
  <cp:revision>8</cp:revision>
  <dcterms:created xsi:type="dcterms:W3CDTF">2026-10-13T13:33:28Z</dcterms:created>
  <dcterms:modified xsi:type="dcterms:W3CDTF">2026-10-29T17:19:55Z</dcterms:modified>
</cp:coreProperties>
</file>
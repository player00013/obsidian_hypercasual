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326510-F3A1-30ED-8045-945D86A5D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A405508-4FBD-471B-290B-3BF3644D4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F1F397-05C2-0429-4BA1-F0A6A435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0D09A6-CF80-C7B6-1B57-465F0BA0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374170-5138-F293-6B38-7CE1EEBA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06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281EBE-4E4D-0B6A-6B14-18CB9B6F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A68FCA-82F0-1544-C8F3-1B8F10E2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35B0B6-6212-E3E9-2890-1E36AF42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E72626-7FE4-03FD-D0F0-8DCCE334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9CAFC2-220A-2A2D-DCCB-94A687A8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20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5472C-E67E-F528-5D51-5B718E23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3756BA-35EA-9616-D981-945BABF90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9F9C6D-47F9-67C1-7FFD-32F0E9FC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078D06-9BDD-F608-E220-9DEDAAA0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2A40AD-FA21-8877-E759-CEA33253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89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73BAF-AB3D-409C-5E8D-34B54E72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536535-62EA-9062-179F-A594C7B0F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117B64-1A80-A9D0-840A-087C37138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29B225-063B-A16C-0546-A7045EC4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D552AE-07FF-B6AB-D238-C73ACA8C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49C29E-0BEB-4476-F22F-2808111A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73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14A191-6107-B82C-9D4C-532E466B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45AE8F-E63E-58DC-CD4E-B494F9746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75FF70-EDD9-7BB7-3C21-FB3495F6A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7A68668-632A-5696-BBAF-36348CE01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E37A8B2-109D-93DF-83EA-55078B02B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3C75504-355F-024B-A1F6-8B979488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1CAD1A-5F6E-6646-7BD4-D349B370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F29381-9321-2890-A26A-26514019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63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A2ED1A-9C86-9FAD-4DB4-7D057B18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E216C8-A9E6-1DFE-22F2-B59B66D9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2C9B4C6-54BE-F488-1AA9-373EEADC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F73517-16CC-929F-6F59-0C3AED32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9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A3B86E-B6C9-A98B-1620-16ED2996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923C909-6557-51D2-1B4D-10B39EAE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16530D-B9FB-FC1F-D2FB-C591A266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51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EF808-11C0-7FFF-DAF6-87E79A35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04428F-6116-EBBC-60B9-13E423AAE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0E277A-6B4B-F721-ABF1-29AD6EC53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8C0CEE-BC76-C90A-C696-9BC44D78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211442-33F1-CD72-7B03-97B56475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A939C5-6E17-08BC-C094-F9148E22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67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8D8AEA-1EAF-9AFC-E104-832D30D3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A3946B9-D13D-80F1-26AE-6F3F42F9CE9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6A5F55-F21E-8414-1780-937343578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D9B633-233F-783E-3BD9-BF32372C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6683EA-1D3F-1770-26F3-2E8F23D5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B902E0-2A78-1D8A-220E-D60585AB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23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48D211-7453-7267-DB3D-121E0EF95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5F4169-99FA-023C-6204-FD1DE4C4A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6E588D-317C-1DDE-9709-1866EF03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A93041-5800-14CD-61CB-DA8FE5E7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20F1B9-2354-9178-AD41-7C67EE9B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7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637A1C-A9E3-24DC-45E6-00EBF55FD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BB5847-54D6-CF97-3840-97F176F7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51C337-394D-CA1C-19FF-24365D2A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2280FA-E758-BF0D-F806-D2FB24A8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9369F6-FC09-EE3B-237C-5CBCCCA2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826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D71AAB-E350-7BAB-C50C-C39A072F1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348241-F8FD-35C5-F6BB-B71962371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34E5E9-2AC6-DC84-CABD-2263D6A50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526A4-5664-4D26-B700-428773A6C6D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AAB1AB-27A7-37C6-0097-6B91992A0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82D75C-E61F-1486-8BBE-7F6AA1E1A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B0C0E-E4D7-41B6-AA2E-B8788A5F73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75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68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ECFD1-A544-6C33-DC05-6CBB1C4E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EAEEAC2-7EB7-84BD-E9A1-4178094AC192}"/>
              </a:ext>
            </a:extLst>
          </p:cNvPr>
          <p:cNvSpPr/>
          <p:nvPr/>
        </p:nvSpPr>
        <p:spPr>
          <a:xfrm>
            <a:off x="0" y="1877291"/>
            <a:ext cx="12192000" cy="3103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E31DEC6-401C-DD6E-91B3-0F3D97378D26}"/>
              </a:ext>
            </a:extLst>
          </p:cNvPr>
          <p:cNvSpPr/>
          <p:nvPr/>
        </p:nvSpPr>
        <p:spPr>
          <a:xfrm rot="16200000">
            <a:off x="2921001" y="1877293"/>
            <a:ext cx="6858000" cy="3103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128E114-93E6-9DB3-79F0-98B7171CA128}"/>
              </a:ext>
            </a:extLst>
          </p:cNvPr>
          <p:cNvSpPr/>
          <p:nvPr/>
        </p:nvSpPr>
        <p:spPr>
          <a:xfrm rot="16200000">
            <a:off x="4798294" y="1877290"/>
            <a:ext cx="3103416" cy="3103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13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317E7-6FBC-7B4B-68B4-57B11962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CAFB98-E84A-61FC-4CEF-2F2EB0C92563}"/>
              </a:ext>
            </a:extLst>
          </p:cNvPr>
          <p:cNvSpPr/>
          <p:nvPr/>
        </p:nvSpPr>
        <p:spPr>
          <a:xfrm>
            <a:off x="184728" y="1877291"/>
            <a:ext cx="12007272" cy="8566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FB63DEC-4A86-FE44-78D5-8FA98614C7E3}"/>
              </a:ext>
            </a:extLst>
          </p:cNvPr>
          <p:cNvSpPr/>
          <p:nvPr/>
        </p:nvSpPr>
        <p:spPr>
          <a:xfrm>
            <a:off x="-1" y="1877291"/>
            <a:ext cx="323273" cy="3103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F8827C-2199-2897-2CDB-AB5AC5E0C9D4}"/>
              </a:ext>
            </a:extLst>
          </p:cNvPr>
          <p:cNvSpPr/>
          <p:nvPr/>
        </p:nvSpPr>
        <p:spPr>
          <a:xfrm rot="16200000">
            <a:off x="2921001" y="1877293"/>
            <a:ext cx="6858000" cy="3103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B6D0530-E733-147A-A849-EC8D9D81C9DA}"/>
              </a:ext>
            </a:extLst>
          </p:cNvPr>
          <p:cNvSpPr/>
          <p:nvPr/>
        </p:nvSpPr>
        <p:spPr>
          <a:xfrm rot="16200000">
            <a:off x="5921667" y="753918"/>
            <a:ext cx="856672" cy="3103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88D1691-C765-BA9E-B459-B5B6A22170F4}"/>
              </a:ext>
            </a:extLst>
          </p:cNvPr>
          <p:cNvSpPr/>
          <p:nvPr/>
        </p:nvSpPr>
        <p:spPr>
          <a:xfrm>
            <a:off x="184729" y="2733964"/>
            <a:ext cx="323273" cy="3103417"/>
          </a:xfrm>
          <a:prstGeom prst="roundRect">
            <a:avLst>
              <a:gd name="adj" fmla="val 308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21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 player</dc:creator>
  <cp:lastModifiedBy>13 player</cp:lastModifiedBy>
  <cp:revision>1</cp:revision>
  <dcterms:created xsi:type="dcterms:W3CDTF">2026-10-13T16:36:05Z</dcterms:created>
  <dcterms:modified xsi:type="dcterms:W3CDTF">2026-10-13T17:43:54Z</dcterms:modified>
</cp:coreProperties>
</file>